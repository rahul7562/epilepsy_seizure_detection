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Lst>
  <p:sldIdLst>
    <p:sldId id="256" r:id="rId6"/>
  </p:sldIdLst>
  <p:sldSz cx="14224000" cy="201041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5" Type="http://schemas.openxmlformats.org/officeDocument/2006/relationships/slideMaster" Target="slideMasters/slideMaster5.xml"/><Relationship Id="rId10"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7" name="PlaceHolder 1"/>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endParaRPr lang="en-IN" sz="1800" b="0" strike="noStrike" spc="-1">
              <a:solidFill>
                <a:srgbClr val="000000"/>
              </a:solidFill>
              <a:latin typeface="Calibri"/>
            </a:endParaRPr>
          </a:p>
        </p:txBody>
      </p:sp>
      <p:sp>
        <p:nvSpPr>
          <p:cNvPr id="18" name="PlaceHolder 2"/>
          <p:cNvSpPr>
            <a:spLocks noGrp="1"/>
          </p:cNvSpPr>
          <p:nvPr>
            <p:ph/>
          </p:nvPr>
        </p:nvSpPr>
        <p:spPr>
          <a:xfrm>
            <a:off x="711000" y="4704120"/>
            <a:ext cx="12800880" cy="11660040"/>
          </a:xfrm>
          <a:prstGeom prst="rect">
            <a:avLst/>
          </a:prstGeom>
          <a:noFill/>
          <a:ln w="0">
            <a:noFill/>
          </a:ln>
        </p:spPr>
        <p:txBody>
          <a:bodyPr lIns="0" tIns="0" rIns="0" bIns="0" anchor="t">
            <a:normAutofit/>
          </a:bodyPr>
          <a:lstStyle/>
          <a:p>
            <a:pPr indent="0">
              <a:spcBef>
                <a:spcPts val="1417"/>
              </a:spcBef>
              <a:buNone/>
            </a:pPr>
            <a:endParaRPr lang="en-IN" sz="1800" b="0" strike="noStrike" spc="-1">
              <a:solidFill>
                <a:srgbClr val="000000"/>
              </a:solidFill>
              <a:latin typeface="Calibri"/>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3"/>
          </p:nvPr>
        </p:nvSpPr>
        <p:spPr/>
        <p:txBody>
          <a:bodyPr/>
          <a:lstStyle/>
          <a:p>
            <a:fld id="{641CF7DA-C698-4BE2-9C2D-51119886CFD0}" type="slidenum">
              <a:t>‹#›</a:t>
            </a:fld>
            <a:endParaRPr/>
          </a:p>
        </p:txBody>
      </p:sp>
      <p:sp>
        <p:nvSpPr>
          <p:cNvPr id="6" name="PlaceHolder 5"/>
          <p:cNvSpPr>
            <a:spLocks noGrp="1"/>
          </p:cNvSpPr>
          <p:nvPr>
            <p:ph type="dt" idx="2"/>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endParaRPr lang="en-IN" sz="1800" b="0" strike="noStrike" spc="-1">
              <a:solidFill>
                <a:srgbClr val="000000"/>
              </a:solidFill>
              <a:latin typeface="Calibri"/>
            </a:endParaRPr>
          </a:p>
        </p:txBody>
      </p:sp>
      <p:sp>
        <p:nvSpPr>
          <p:cNvPr id="38" name="PlaceHolder 2"/>
          <p:cNvSpPr>
            <a:spLocks noGrp="1"/>
          </p:cNvSpPr>
          <p:nvPr>
            <p:ph/>
          </p:nvPr>
        </p:nvSpPr>
        <p:spPr>
          <a:xfrm>
            <a:off x="711000" y="4704120"/>
            <a:ext cx="12800880" cy="11660040"/>
          </a:xfrm>
          <a:prstGeom prst="rect">
            <a:avLst/>
          </a:prstGeom>
          <a:noFill/>
          <a:ln w="0">
            <a:noFill/>
          </a:ln>
        </p:spPr>
        <p:txBody>
          <a:bodyPr lIns="0" tIns="0" rIns="0" bIns="0" anchor="t">
            <a:normAutofit/>
          </a:bodyPr>
          <a:lstStyle/>
          <a:p>
            <a:pPr indent="0">
              <a:spcBef>
                <a:spcPts val="1417"/>
              </a:spcBef>
              <a:buNone/>
            </a:pPr>
            <a:endParaRPr lang="en-IN" sz="1800" b="0" strike="noStrike" spc="-1">
              <a:solidFill>
                <a:srgbClr val="000000"/>
              </a:solidFill>
              <a:latin typeface="Calibri"/>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6"/>
          </p:nvPr>
        </p:nvSpPr>
        <p:spPr/>
        <p:txBody>
          <a:bodyPr/>
          <a:lstStyle/>
          <a:p>
            <a:fld id="{0C3FC783-BFE6-4717-9256-E71670DCB8E0}" type="slidenum">
              <a:t>‹#›</a:t>
            </a:fld>
            <a:endParaRPr/>
          </a:p>
        </p:txBody>
      </p:sp>
      <p:sp>
        <p:nvSpPr>
          <p:cNvPr id="6" name="PlaceHolder 5"/>
          <p:cNvSpPr>
            <a:spLocks noGrp="1"/>
          </p:cNvSpPr>
          <p:nvPr>
            <p:ph type="dt" idx="5"/>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endParaRPr lang="en-IN" sz="1800" b="0" strike="noStrike" spc="-1">
              <a:solidFill>
                <a:srgbClr val="000000"/>
              </a:solidFill>
              <a:latin typeface="Calibri"/>
            </a:endParaRPr>
          </a:p>
        </p:txBody>
      </p:sp>
      <p:sp>
        <p:nvSpPr>
          <p:cNvPr id="59" name="PlaceHolder 2"/>
          <p:cNvSpPr>
            <a:spLocks noGrp="1"/>
          </p:cNvSpPr>
          <p:nvPr>
            <p:ph/>
          </p:nvPr>
        </p:nvSpPr>
        <p:spPr>
          <a:xfrm>
            <a:off x="711000" y="4704120"/>
            <a:ext cx="12800880" cy="11660040"/>
          </a:xfrm>
          <a:prstGeom prst="rect">
            <a:avLst/>
          </a:prstGeom>
          <a:noFill/>
          <a:ln w="0">
            <a:noFill/>
          </a:ln>
        </p:spPr>
        <p:txBody>
          <a:bodyPr lIns="0" tIns="0" rIns="0" bIns="0" anchor="t">
            <a:normAutofit/>
          </a:bodyPr>
          <a:lstStyle/>
          <a:p>
            <a:pPr indent="0">
              <a:spcBef>
                <a:spcPts val="1417"/>
              </a:spcBef>
              <a:buNone/>
            </a:pPr>
            <a:endParaRPr lang="en-IN" sz="1800" b="0" strike="noStrike" spc="-1">
              <a:solidFill>
                <a:srgbClr val="000000"/>
              </a:solidFill>
              <a:latin typeface="Calibri"/>
            </a:endParaRPr>
          </a:p>
        </p:txBody>
      </p:sp>
      <p:sp>
        <p:nvSpPr>
          <p:cNvPr id="4" name="PlaceHolder 3"/>
          <p:cNvSpPr>
            <a:spLocks noGrp="1"/>
          </p:cNvSpPr>
          <p:nvPr>
            <p:ph type="ftr" idx="7"/>
          </p:nvPr>
        </p:nvSpPr>
        <p:spPr/>
        <p:txBody>
          <a:bodyPr/>
          <a:lstStyle/>
          <a:p>
            <a:r>
              <a:t>Footer</a:t>
            </a:r>
          </a:p>
        </p:txBody>
      </p:sp>
      <p:sp>
        <p:nvSpPr>
          <p:cNvPr id="5" name="PlaceHolder 4"/>
          <p:cNvSpPr>
            <a:spLocks noGrp="1"/>
          </p:cNvSpPr>
          <p:nvPr>
            <p:ph type="sldNum" idx="9"/>
          </p:nvPr>
        </p:nvSpPr>
        <p:spPr/>
        <p:txBody>
          <a:bodyPr/>
          <a:lstStyle/>
          <a:p>
            <a:fld id="{16F77406-A0A4-4492-9B2B-9743432491A1}" type="slidenum">
              <a:t>‹#›</a:t>
            </a:fld>
            <a:endParaRPr/>
          </a:p>
        </p:txBody>
      </p:sp>
      <p:sp>
        <p:nvSpPr>
          <p:cNvPr id="6" name="PlaceHolder 5"/>
          <p:cNvSpPr>
            <a:spLocks noGrp="1"/>
          </p:cNvSpPr>
          <p:nvPr>
            <p:ph type="dt" idx="8"/>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77" name="PlaceHolder 1"/>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endParaRPr lang="en-IN" sz="1800" b="0" strike="noStrike" spc="-1">
              <a:solidFill>
                <a:srgbClr val="000000"/>
              </a:solidFill>
              <a:latin typeface="Calibri"/>
            </a:endParaRPr>
          </a:p>
        </p:txBody>
      </p:sp>
      <p:sp>
        <p:nvSpPr>
          <p:cNvPr id="78" name="PlaceHolder 2"/>
          <p:cNvSpPr>
            <a:spLocks noGrp="1"/>
          </p:cNvSpPr>
          <p:nvPr>
            <p:ph/>
          </p:nvPr>
        </p:nvSpPr>
        <p:spPr>
          <a:xfrm>
            <a:off x="711000" y="4704120"/>
            <a:ext cx="12800880" cy="11660040"/>
          </a:xfrm>
          <a:prstGeom prst="rect">
            <a:avLst/>
          </a:prstGeom>
          <a:noFill/>
          <a:ln w="0">
            <a:noFill/>
          </a:ln>
        </p:spPr>
        <p:txBody>
          <a:bodyPr lIns="0" tIns="0" rIns="0" bIns="0" anchor="t">
            <a:normAutofit/>
          </a:bodyPr>
          <a:lstStyle/>
          <a:p>
            <a:pPr indent="0">
              <a:spcBef>
                <a:spcPts val="1417"/>
              </a:spcBef>
              <a:buNone/>
            </a:pPr>
            <a:endParaRPr lang="en-IN" sz="1800" b="0" strike="noStrike" spc="-1">
              <a:solidFill>
                <a:srgbClr val="000000"/>
              </a:solidFill>
              <a:latin typeface="Calibri"/>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2"/>
          </p:nvPr>
        </p:nvSpPr>
        <p:spPr/>
        <p:txBody>
          <a:bodyPr/>
          <a:lstStyle/>
          <a:p>
            <a:fld id="{F99C192D-C943-47AF-86DD-03A450D6086B}" type="slidenum">
              <a:t>‹#›</a:t>
            </a:fld>
            <a:endParaRPr/>
          </a:p>
        </p:txBody>
      </p:sp>
      <p:sp>
        <p:nvSpPr>
          <p:cNvPr id="6" name="PlaceHolder 5"/>
          <p:cNvSpPr>
            <a:spLocks noGrp="1"/>
          </p:cNvSpPr>
          <p:nvPr>
            <p:ph type="dt" idx="1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97" name="PlaceHolder 1"/>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endParaRPr lang="en-IN" sz="1800" b="0" strike="noStrike" spc="-1">
              <a:solidFill>
                <a:srgbClr val="000000"/>
              </a:solidFill>
              <a:latin typeface="Calibri"/>
            </a:endParaRPr>
          </a:p>
        </p:txBody>
      </p:sp>
      <p:sp>
        <p:nvSpPr>
          <p:cNvPr id="98" name="PlaceHolder 2"/>
          <p:cNvSpPr>
            <a:spLocks noGrp="1"/>
          </p:cNvSpPr>
          <p:nvPr>
            <p:ph/>
          </p:nvPr>
        </p:nvSpPr>
        <p:spPr>
          <a:xfrm>
            <a:off x="711000" y="4704120"/>
            <a:ext cx="12800880" cy="11660040"/>
          </a:xfrm>
          <a:prstGeom prst="rect">
            <a:avLst/>
          </a:prstGeom>
          <a:noFill/>
          <a:ln w="0">
            <a:noFill/>
          </a:ln>
        </p:spPr>
        <p:txBody>
          <a:bodyPr lIns="0" tIns="0" rIns="0" bIns="0" anchor="t">
            <a:normAutofit/>
          </a:bodyPr>
          <a:lstStyle/>
          <a:p>
            <a:pPr indent="0">
              <a:spcBef>
                <a:spcPts val="1417"/>
              </a:spcBef>
              <a:buNone/>
            </a:pPr>
            <a:endParaRPr lang="en-IN" sz="1800" b="0" strike="noStrike" spc="-1">
              <a:solidFill>
                <a:srgbClr val="000000"/>
              </a:solidFill>
              <a:latin typeface="Calibri"/>
            </a:endParaRPr>
          </a:p>
        </p:txBody>
      </p:sp>
      <p:sp>
        <p:nvSpPr>
          <p:cNvPr id="4" name="PlaceHolder 3"/>
          <p:cNvSpPr>
            <a:spLocks noGrp="1"/>
          </p:cNvSpPr>
          <p:nvPr>
            <p:ph type="ftr" idx="13"/>
          </p:nvPr>
        </p:nvSpPr>
        <p:spPr/>
        <p:txBody>
          <a:bodyPr/>
          <a:lstStyle/>
          <a:p>
            <a:r>
              <a:t>Footer</a:t>
            </a:r>
          </a:p>
        </p:txBody>
      </p:sp>
      <p:sp>
        <p:nvSpPr>
          <p:cNvPr id="5" name="PlaceHolder 4"/>
          <p:cNvSpPr>
            <a:spLocks noGrp="1"/>
          </p:cNvSpPr>
          <p:nvPr>
            <p:ph type="sldNum" idx="15"/>
          </p:nvPr>
        </p:nvSpPr>
        <p:spPr/>
        <p:txBody>
          <a:bodyPr/>
          <a:lstStyle/>
          <a:p>
            <a:fld id="{2DA9D278-1C5A-44F7-8114-1B7BC9C74970}" type="slidenum">
              <a:t>‹#›</a:t>
            </a:fld>
            <a:endParaRPr/>
          </a:p>
        </p:txBody>
      </p:sp>
      <p:sp>
        <p:nvSpPr>
          <p:cNvPr id="6" name="PlaceHolder 5"/>
          <p:cNvSpPr>
            <a:spLocks noGrp="1"/>
          </p:cNvSpPr>
          <p:nvPr>
            <p:ph type="dt" idx="1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7" name="bg object 16"/>
          <p:cNvPicPr/>
          <p:nvPr/>
        </p:nvPicPr>
        <p:blipFill>
          <a:blip r:embed="rId3"/>
          <a:stretch/>
        </p:blipFill>
        <p:spPr>
          <a:xfrm>
            <a:off x="0" y="0"/>
            <a:ext cx="14220000" cy="20103120"/>
          </a:xfrm>
          <a:prstGeom prst="rect">
            <a:avLst/>
          </a:prstGeom>
          <a:ln w="0">
            <a:noFill/>
          </a:ln>
        </p:spPr>
      </p:pic>
      <p:sp>
        <p:nvSpPr>
          <p:cNvPr id="18" name="bg object 17"/>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 name="bg object 18"/>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3" name="bg object 19"/>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13548041" y="0"/>
                </a:moveTo>
                <a:lnTo>
                  <a:pt x="79448" y="0"/>
                </a:lnTo>
                <a:lnTo>
                  <a:pt x="48523" y="6240"/>
                </a:lnTo>
                <a:lnTo>
                  <a:pt x="23269" y="23263"/>
                </a:lnTo>
                <a:lnTo>
                  <a:pt x="6243" y="48518"/>
                </a:lnTo>
                <a:lnTo>
                  <a:pt x="0" y="79454"/>
                </a:lnTo>
                <a:lnTo>
                  <a:pt x="0" y="2166682"/>
                </a:lnTo>
                <a:lnTo>
                  <a:pt x="6243" y="2197593"/>
                </a:lnTo>
                <a:lnTo>
                  <a:pt x="23269" y="2222850"/>
                </a:lnTo>
                <a:lnTo>
                  <a:pt x="48523" y="2239887"/>
                </a:lnTo>
                <a:lnTo>
                  <a:pt x="79448" y="2246136"/>
                </a:lnTo>
                <a:lnTo>
                  <a:pt x="13548041" y="2246136"/>
                </a:lnTo>
                <a:lnTo>
                  <a:pt x="13578977" y="2239887"/>
                </a:lnTo>
                <a:lnTo>
                  <a:pt x="13604232" y="2222850"/>
                </a:lnTo>
                <a:lnTo>
                  <a:pt x="13621254" y="2197593"/>
                </a:lnTo>
                <a:lnTo>
                  <a:pt x="13627495" y="2166682"/>
                </a:lnTo>
                <a:lnTo>
                  <a:pt x="13627495" y="79454"/>
                </a:lnTo>
                <a:lnTo>
                  <a:pt x="13621254" y="48518"/>
                </a:lnTo>
                <a:lnTo>
                  <a:pt x="13604232" y="23263"/>
                </a:lnTo>
                <a:lnTo>
                  <a:pt x="13578977" y="6240"/>
                </a:lnTo>
                <a:lnTo>
                  <a:pt x="1354804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 name="bg object 20"/>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0" y="79454"/>
                </a:moveTo>
                <a:lnTo>
                  <a:pt x="6243" y="48518"/>
                </a:lnTo>
                <a:lnTo>
                  <a:pt x="23269" y="23263"/>
                </a:lnTo>
                <a:lnTo>
                  <a:pt x="48523" y="6240"/>
                </a:lnTo>
                <a:lnTo>
                  <a:pt x="79448" y="0"/>
                </a:lnTo>
                <a:lnTo>
                  <a:pt x="13548041" y="0"/>
                </a:lnTo>
                <a:lnTo>
                  <a:pt x="13578977" y="6240"/>
                </a:lnTo>
                <a:lnTo>
                  <a:pt x="13604232" y="23263"/>
                </a:lnTo>
                <a:lnTo>
                  <a:pt x="13621254" y="48518"/>
                </a:lnTo>
                <a:lnTo>
                  <a:pt x="13627495" y="79454"/>
                </a:lnTo>
                <a:lnTo>
                  <a:pt x="13627495" y="2166682"/>
                </a:lnTo>
                <a:lnTo>
                  <a:pt x="13621254" y="2197593"/>
                </a:lnTo>
                <a:lnTo>
                  <a:pt x="13604232" y="2222850"/>
                </a:lnTo>
                <a:lnTo>
                  <a:pt x="13578977" y="2239887"/>
                </a:lnTo>
                <a:lnTo>
                  <a:pt x="13548041" y="2246136"/>
                </a:lnTo>
                <a:lnTo>
                  <a:pt x="79448" y="2246136"/>
                </a:lnTo>
                <a:lnTo>
                  <a:pt x="48523" y="2239887"/>
                </a:lnTo>
                <a:lnTo>
                  <a:pt x="23269" y="2222850"/>
                </a:lnTo>
                <a:lnTo>
                  <a:pt x="6243" y="2197593"/>
                </a:lnTo>
                <a:lnTo>
                  <a:pt x="0" y="2166682"/>
                </a:lnTo>
                <a:lnTo>
                  <a:pt x="0" y="7945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5" name="bg object 21"/>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13533069" y="0"/>
                </a:moveTo>
                <a:lnTo>
                  <a:pt x="94396" y="0"/>
                </a:lnTo>
                <a:lnTo>
                  <a:pt x="57653" y="7422"/>
                </a:lnTo>
                <a:lnTo>
                  <a:pt x="27647" y="27662"/>
                </a:lnTo>
                <a:lnTo>
                  <a:pt x="7418" y="57678"/>
                </a:lnTo>
                <a:lnTo>
                  <a:pt x="0" y="94426"/>
                </a:lnTo>
                <a:lnTo>
                  <a:pt x="0" y="1563371"/>
                </a:lnTo>
                <a:lnTo>
                  <a:pt x="7418" y="1600114"/>
                </a:lnTo>
                <a:lnTo>
                  <a:pt x="27647" y="1630117"/>
                </a:lnTo>
                <a:lnTo>
                  <a:pt x="57653" y="1650345"/>
                </a:lnTo>
                <a:lnTo>
                  <a:pt x="94396" y="1657762"/>
                </a:lnTo>
                <a:lnTo>
                  <a:pt x="13533069" y="1657762"/>
                </a:lnTo>
                <a:lnTo>
                  <a:pt x="13569817" y="1650345"/>
                </a:lnTo>
                <a:lnTo>
                  <a:pt x="13599832" y="1630117"/>
                </a:lnTo>
                <a:lnTo>
                  <a:pt x="13620073" y="1600114"/>
                </a:lnTo>
                <a:lnTo>
                  <a:pt x="13627495" y="1563371"/>
                </a:lnTo>
                <a:lnTo>
                  <a:pt x="13627495" y="94426"/>
                </a:lnTo>
                <a:lnTo>
                  <a:pt x="13620073" y="57678"/>
                </a:lnTo>
                <a:lnTo>
                  <a:pt x="13599832" y="27662"/>
                </a:lnTo>
                <a:lnTo>
                  <a:pt x="13569817" y="7422"/>
                </a:lnTo>
                <a:lnTo>
                  <a:pt x="1353306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 name="bg object 22"/>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0" y="94426"/>
                </a:moveTo>
                <a:lnTo>
                  <a:pt x="7418" y="57678"/>
                </a:lnTo>
                <a:lnTo>
                  <a:pt x="27647" y="27662"/>
                </a:lnTo>
                <a:lnTo>
                  <a:pt x="57653" y="7422"/>
                </a:lnTo>
                <a:lnTo>
                  <a:pt x="94396" y="0"/>
                </a:lnTo>
                <a:lnTo>
                  <a:pt x="13533069" y="0"/>
                </a:lnTo>
                <a:lnTo>
                  <a:pt x="13569817" y="7422"/>
                </a:lnTo>
                <a:lnTo>
                  <a:pt x="13599832" y="27662"/>
                </a:lnTo>
                <a:lnTo>
                  <a:pt x="13620073" y="57678"/>
                </a:lnTo>
                <a:lnTo>
                  <a:pt x="13627495" y="94426"/>
                </a:lnTo>
                <a:lnTo>
                  <a:pt x="13627495" y="1563371"/>
                </a:lnTo>
                <a:lnTo>
                  <a:pt x="13620073" y="1600114"/>
                </a:lnTo>
                <a:lnTo>
                  <a:pt x="13599832" y="1630117"/>
                </a:lnTo>
                <a:lnTo>
                  <a:pt x="13569817" y="1650345"/>
                </a:lnTo>
                <a:lnTo>
                  <a:pt x="13533069" y="1657762"/>
                </a:lnTo>
                <a:lnTo>
                  <a:pt x="94396" y="1657762"/>
                </a:lnTo>
                <a:lnTo>
                  <a:pt x="57653" y="1650345"/>
                </a:lnTo>
                <a:lnTo>
                  <a:pt x="27647" y="1630117"/>
                </a:lnTo>
                <a:lnTo>
                  <a:pt x="7418" y="1600114"/>
                </a:lnTo>
                <a:lnTo>
                  <a:pt x="0" y="1563371"/>
                </a:lnTo>
                <a:lnTo>
                  <a:pt x="0" y="94426"/>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7" name="bg object 23"/>
          <p:cNvPicPr/>
          <p:nvPr/>
        </p:nvPicPr>
        <p:blipFill>
          <a:blip r:embed="rId4"/>
          <a:stretch/>
        </p:blipFill>
        <p:spPr>
          <a:xfrm>
            <a:off x="472320" y="772920"/>
            <a:ext cx="2598120" cy="1438200"/>
          </a:xfrm>
          <a:prstGeom prst="rect">
            <a:avLst/>
          </a:prstGeom>
          <a:ln w="0">
            <a:noFill/>
          </a:ln>
        </p:spPr>
      </p:pic>
      <p:sp>
        <p:nvSpPr>
          <p:cNvPr id="8" name="bg object 24"/>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9" name="bg object 25"/>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10" name="bg object 26"/>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13557943" y="0"/>
                </a:moveTo>
                <a:lnTo>
                  <a:pt x="69570" y="0"/>
                </a:lnTo>
                <a:lnTo>
                  <a:pt x="42491" y="5466"/>
                </a:lnTo>
                <a:lnTo>
                  <a:pt x="20377" y="20378"/>
                </a:lnTo>
                <a:lnTo>
                  <a:pt x="5467" y="42503"/>
                </a:lnTo>
                <a:lnTo>
                  <a:pt x="0" y="69612"/>
                </a:lnTo>
                <a:lnTo>
                  <a:pt x="0" y="4731888"/>
                </a:lnTo>
                <a:lnTo>
                  <a:pt x="5467" y="4758971"/>
                </a:lnTo>
                <a:lnTo>
                  <a:pt x="20377" y="4781100"/>
                </a:lnTo>
                <a:lnTo>
                  <a:pt x="42491" y="4796025"/>
                </a:lnTo>
                <a:lnTo>
                  <a:pt x="69570" y="4801500"/>
                </a:lnTo>
                <a:lnTo>
                  <a:pt x="13557943" y="4801500"/>
                </a:lnTo>
                <a:lnTo>
                  <a:pt x="13585017" y="4796025"/>
                </a:lnTo>
                <a:lnTo>
                  <a:pt x="13607125" y="4781100"/>
                </a:lnTo>
                <a:lnTo>
                  <a:pt x="13622030" y="4758971"/>
                </a:lnTo>
                <a:lnTo>
                  <a:pt x="13627495" y="4731888"/>
                </a:lnTo>
                <a:lnTo>
                  <a:pt x="13627495" y="69612"/>
                </a:lnTo>
                <a:lnTo>
                  <a:pt x="13622030" y="42503"/>
                </a:lnTo>
                <a:lnTo>
                  <a:pt x="13607125" y="20378"/>
                </a:lnTo>
                <a:lnTo>
                  <a:pt x="13585017" y="5466"/>
                </a:lnTo>
                <a:lnTo>
                  <a:pt x="1355794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11" name="bg object 27"/>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0" y="69612"/>
                </a:moveTo>
                <a:lnTo>
                  <a:pt x="5467" y="42503"/>
                </a:lnTo>
                <a:lnTo>
                  <a:pt x="20377" y="20378"/>
                </a:lnTo>
                <a:lnTo>
                  <a:pt x="42491" y="5466"/>
                </a:lnTo>
                <a:lnTo>
                  <a:pt x="69570" y="0"/>
                </a:lnTo>
                <a:lnTo>
                  <a:pt x="13557943" y="0"/>
                </a:lnTo>
                <a:lnTo>
                  <a:pt x="13585017" y="5466"/>
                </a:lnTo>
                <a:lnTo>
                  <a:pt x="13607125" y="20378"/>
                </a:lnTo>
                <a:lnTo>
                  <a:pt x="13622030" y="42503"/>
                </a:lnTo>
                <a:lnTo>
                  <a:pt x="13627495" y="69612"/>
                </a:lnTo>
                <a:lnTo>
                  <a:pt x="13627495" y="4731888"/>
                </a:lnTo>
                <a:lnTo>
                  <a:pt x="13622030" y="4758971"/>
                </a:lnTo>
                <a:lnTo>
                  <a:pt x="13607125" y="4781100"/>
                </a:lnTo>
                <a:lnTo>
                  <a:pt x="13585017" y="4796025"/>
                </a:lnTo>
                <a:lnTo>
                  <a:pt x="13557943" y="4801500"/>
                </a:lnTo>
                <a:lnTo>
                  <a:pt x="69570" y="4801500"/>
                </a:lnTo>
                <a:lnTo>
                  <a:pt x="42491" y="4796025"/>
                </a:lnTo>
                <a:lnTo>
                  <a:pt x="20377" y="4781100"/>
                </a:lnTo>
                <a:lnTo>
                  <a:pt x="5467" y="4758971"/>
                </a:lnTo>
                <a:lnTo>
                  <a:pt x="0" y="4731888"/>
                </a:lnTo>
                <a:lnTo>
                  <a:pt x="0" y="69612"/>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12" name="bg object 28"/>
          <p:cNvPicPr/>
          <p:nvPr/>
        </p:nvPicPr>
        <p:blipFill>
          <a:blip r:embed="rId5"/>
          <a:stretch/>
        </p:blipFill>
        <p:spPr>
          <a:xfrm>
            <a:off x="11346840" y="772920"/>
            <a:ext cx="2400480" cy="1438200"/>
          </a:xfrm>
          <a:prstGeom prst="rect">
            <a:avLst/>
          </a:prstGeom>
          <a:ln w="0">
            <a:noFill/>
          </a:ln>
        </p:spPr>
      </p:pic>
      <p:sp>
        <p:nvSpPr>
          <p:cNvPr id="13" name="PlaceHolder 1"/>
          <p:cNvSpPr>
            <a:spLocks noGrp="1"/>
          </p:cNvSpPr>
          <p:nvPr>
            <p:ph type="title"/>
          </p:nvPr>
        </p:nvSpPr>
        <p:spPr>
          <a:xfrm>
            <a:off x="1066680" y="6232320"/>
            <a:ext cx="12089880" cy="3357360"/>
          </a:xfrm>
          <a:prstGeom prst="rect">
            <a:avLst/>
          </a:prstGeom>
          <a:noFill/>
          <a:ln w="0">
            <a:noFill/>
          </a:ln>
        </p:spPr>
        <p:txBody>
          <a:bodyPr lIns="0" tIns="0" rIns="0" bIns="0" anchor="t">
            <a:noAutofit/>
          </a:bodyPr>
          <a:lstStyle/>
          <a:p>
            <a:pPr indent="0">
              <a:buNone/>
            </a:pPr>
            <a:r>
              <a:rPr lang="en-IN" sz="1800" b="0" strike="noStrike" spc="-1">
                <a:solidFill>
                  <a:srgbClr val="000000"/>
                </a:solidFill>
                <a:latin typeface="Calibri"/>
              </a:rPr>
              <a:t>Click to edit the title text format</a:t>
            </a:r>
          </a:p>
        </p:txBody>
      </p:sp>
      <p:sp>
        <p:nvSpPr>
          <p:cNvPr id="14" name="PlaceHolder 2"/>
          <p:cNvSpPr>
            <a:spLocks noGrp="1"/>
          </p:cNvSpPr>
          <p:nvPr>
            <p:ph type="ftr" idx="1"/>
          </p:nvPr>
        </p:nvSpPr>
        <p:spPr>
          <a:xfrm>
            <a:off x="4836240" y="18696960"/>
            <a:ext cx="4551480" cy="100476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15" name="PlaceHolder 3"/>
          <p:cNvSpPr>
            <a:spLocks noGrp="1"/>
          </p:cNvSpPr>
          <p:nvPr>
            <p:ph type="dt" idx="2"/>
          </p:nvPr>
        </p:nvSpPr>
        <p:spPr>
          <a:xfrm>
            <a:off x="711360" y="18696960"/>
            <a:ext cx="3271320" cy="1004760"/>
          </a:xfrm>
          <a:prstGeom prst="rect">
            <a:avLst/>
          </a:prstGeom>
          <a:noFill/>
          <a:ln w="0">
            <a:noFill/>
          </a:ln>
        </p:spPr>
        <p:txBody>
          <a:bodyPr lIns="0" tIns="0" rIns="0" bIns="0" anchor="t">
            <a:noAutofit/>
          </a:bodyPr>
          <a:lstStyle>
            <a:lvl1pPr indent="0">
              <a:lnSpc>
                <a:spcPct val="100000"/>
              </a:lnSpc>
              <a:buNone/>
              <a:defRPr lang="en-US" sz="1400" b="0" strike="noStrike" spc="-1">
                <a:solidFill>
                  <a:schemeClr val="dk1">
                    <a:tint val="75000"/>
                  </a:schemeClr>
                </a:solidFill>
                <a:latin typeface="Times New Roman"/>
              </a:defRPr>
            </a:lvl1pPr>
          </a:lstStyle>
          <a:p>
            <a:pPr indent="0">
              <a:lnSpc>
                <a:spcPct val="100000"/>
              </a:lnSpc>
              <a:buNone/>
            </a:pPr>
            <a:r>
              <a:rPr lang="en-US" sz="1400" b="0" strike="noStrike" spc="-1">
                <a:solidFill>
                  <a:schemeClr val="dk1">
                    <a:tint val="75000"/>
                  </a:schemeClr>
                </a:solidFill>
                <a:latin typeface="Times New Roman"/>
              </a:rPr>
              <a:t>&lt;date/time&gt;</a:t>
            </a:r>
            <a:endParaRPr lang="en-IN" sz="1400" b="0" strike="noStrike" spc="-1">
              <a:solidFill>
                <a:srgbClr val="000000"/>
              </a:solidFill>
              <a:latin typeface="Times New Roman"/>
            </a:endParaRPr>
          </a:p>
        </p:txBody>
      </p:sp>
      <p:sp>
        <p:nvSpPr>
          <p:cNvPr id="16" name="PlaceHolder 4"/>
          <p:cNvSpPr>
            <a:spLocks noGrp="1"/>
          </p:cNvSpPr>
          <p:nvPr>
            <p:ph type="sldNum" idx="3"/>
          </p:nvPr>
        </p:nvSpPr>
        <p:spPr>
          <a:xfrm>
            <a:off x="10241280" y="18696960"/>
            <a:ext cx="3271320" cy="1004760"/>
          </a:xfrm>
          <a:prstGeom prst="rect">
            <a:avLst/>
          </a:prstGeom>
          <a:noFill/>
          <a:ln w="0">
            <a:noFill/>
          </a:ln>
        </p:spPr>
        <p:txBody>
          <a:bodyPr lIns="0" tIns="0" rIns="0" bIns="0" anchor="t">
            <a:noAutofit/>
          </a:bodyPr>
          <a:lstStyle>
            <a:lvl1pPr indent="0" algn="r">
              <a:lnSpc>
                <a:spcPct val="100000"/>
              </a:lnSpc>
              <a:buNone/>
              <a:defRPr lang="en-IN" sz="1400" b="0" strike="noStrike" spc="-1">
                <a:solidFill>
                  <a:schemeClr val="dk1">
                    <a:tint val="75000"/>
                  </a:schemeClr>
                </a:solidFill>
                <a:latin typeface="Times New Roman"/>
              </a:defRPr>
            </a:lvl1pPr>
          </a:lstStyle>
          <a:p>
            <a:pPr indent="0" algn="r">
              <a:lnSpc>
                <a:spcPct val="100000"/>
              </a:lnSpc>
              <a:buNone/>
            </a:pPr>
            <a:fld id="{CC20B886-F1E0-414D-98A5-FEA5E1EDB3E9}" type="slidenum">
              <a:rPr lang="en-IN" sz="1400" b="0" strike="noStrike" spc="-1">
                <a:solidFill>
                  <a:schemeClr val="dk1">
                    <a:tint val="75000"/>
                  </a:schemeClr>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9" name="bg object 16"/>
          <p:cNvPicPr/>
          <p:nvPr/>
        </p:nvPicPr>
        <p:blipFill>
          <a:blip r:embed="rId3"/>
          <a:stretch/>
        </p:blipFill>
        <p:spPr>
          <a:xfrm>
            <a:off x="0" y="0"/>
            <a:ext cx="14220000" cy="20103120"/>
          </a:xfrm>
          <a:prstGeom prst="rect">
            <a:avLst/>
          </a:prstGeom>
          <a:ln w="0">
            <a:noFill/>
          </a:ln>
        </p:spPr>
      </p:pic>
      <p:sp>
        <p:nvSpPr>
          <p:cNvPr id="20" name="bg object 17"/>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1" name="bg object 18"/>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2" name="bg object 19"/>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13548041" y="0"/>
                </a:moveTo>
                <a:lnTo>
                  <a:pt x="79448" y="0"/>
                </a:lnTo>
                <a:lnTo>
                  <a:pt x="48523" y="6240"/>
                </a:lnTo>
                <a:lnTo>
                  <a:pt x="23269" y="23263"/>
                </a:lnTo>
                <a:lnTo>
                  <a:pt x="6243" y="48518"/>
                </a:lnTo>
                <a:lnTo>
                  <a:pt x="0" y="79454"/>
                </a:lnTo>
                <a:lnTo>
                  <a:pt x="0" y="2166682"/>
                </a:lnTo>
                <a:lnTo>
                  <a:pt x="6243" y="2197593"/>
                </a:lnTo>
                <a:lnTo>
                  <a:pt x="23269" y="2222850"/>
                </a:lnTo>
                <a:lnTo>
                  <a:pt x="48523" y="2239887"/>
                </a:lnTo>
                <a:lnTo>
                  <a:pt x="79448" y="2246136"/>
                </a:lnTo>
                <a:lnTo>
                  <a:pt x="13548041" y="2246136"/>
                </a:lnTo>
                <a:lnTo>
                  <a:pt x="13578977" y="2239887"/>
                </a:lnTo>
                <a:lnTo>
                  <a:pt x="13604232" y="2222850"/>
                </a:lnTo>
                <a:lnTo>
                  <a:pt x="13621254" y="2197593"/>
                </a:lnTo>
                <a:lnTo>
                  <a:pt x="13627495" y="2166682"/>
                </a:lnTo>
                <a:lnTo>
                  <a:pt x="13627495" y="79454"/>
                </a:lnTo>
                <a:lnTo>
                  <a:pt x="13621254" y="48518"/>
                </a:lnTo>
                <a:lnTo>
                  <a:pt x="13604232" y="23263"/>
                </a:lnTo>
                <a:lnTo>
                  <a:pt x="13578977" y="6240"/>
                </a:lnTo>
                <a:lnTo>
                  <a:pt x="1354804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3" name="bg object 20"/>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0" y="79454"/>
                </a:moveTo>
                <a:lnTo>
                  <a:pt x="6243" y="48518"/>
                </a:lnTo>
                <a:lnTo>
                  <a:pt x="23269" y="23263"/>
                </a:lnTo>
                <a:lnTo>
                  <a:pt x="48523" y="6240"/>
                </a:lnTo>
                <a:lnTo>
                  <a:pt x="79448" y="0"/>
                </a:lnTo>
                <a:lnTo>
                  <a:pt x="13548041" y="0"/>
                </a:lnTo>
                <a:lnTo>
                  <a:pt x="13578977" y="6240"/>
                </a:lnTo>
                <a:lnTo>
                  <a:pt x="13604232" y="23263"/>
                </a:lnTo>
                <a:lnTo>
                  <a:pt x="13621254" y="48518"/>
                </a:lnTo>
                <a:lnTo>
                  <a:pt x="13627495" y="79454"/>
                </a:lnTo>
                <a:lnTo>
                  <a:pt x="13627495" y="2166682"/>
                </a:lnTo>
                <a:lnTo>
                  <a:pt x="13621254" y="2197593"/>
                </a:lnTo>
                <a:lnTo>
                  <a:pt x="13604232" y="2222850"/>
                </a:lnTo>
                <a:lnTo>
                  <a:pt x="13578977" y="2239887"/>
                </a:lnTo>
                <a:lnTo>
                  <a:pt x="13548041" y="2246136"/>
                </a:lnTo>
                <a:lnTo>
                  <a:pt x="79448" y="2246136"/>
                </a:lnTo>
                <a:lnTo>
                  <a:pt x="48523" y="2239887"/>
                </a:lnTo>
                <a:lnTo>
                  <a:pt x="23269" y="2222850"/>
                </a:lnTo>
                <a:lnTo>
                  <a:pt x="6243" y="2197593"/>
                </a:lnTo>
                <a:lnTo>
                  <a:pt x="0" y="2166682"/>
                </a:lnTo>
                <a:lnTo>
                  <a:pt x="0" y="7945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4" name="bg object 21"/>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13533069" y="0"/>
                </a:moveTo>
                <a:lnTo>
                  <a:pt x="94396" y="0"/>
                </a:lnTo>
                <a:lnTo>
                  <a:pt x="57653" y="7422"/>
                </a:lnTo>
                <a:lnTo>
                  <a:pt x="27647" y="27662"/>
                </a:lnTo>
                <a:lnTo>
                  <a:pt x="7418" y="57678"/>
                </a:lnTo>
                <a:lnTo>
                  <a:pt x="0" y="94426"/>
                </a:lnTo>
                <a:lnTo>
                  <a:pt x="0" y="1563371"/>
                </a:lnTo>
                <a:lnTo>
                  <a:pt x="7418" y="1600114"/>
                </a:lnTo>
                <a:lnTo>
                  <a:pt x="27647" y="1630117"/>
                </a:lnTo>
                <a:lnTo>
                  <a:pt x="57653" y="1650345"/>
                </a:lnTo>
                <a:lnTo>
                  <a:pt x="94396" y="1657762"/>
                </a:lnTo>
                <a:lnTo>
                  <a:pt x="13533069" y="1657762"/>
                </a:lnTo>
                <a:lnTo>
                  <a:pt x="13569817" y="1650345"/>
                </a:lnTo>
                <a:lnTo>
                  <a:pt x="13599832" y="1630117"/>
                </a:lnTo>
                <a:lnTo>
                  <a:pt x="13620073" y="1600114"/>
                </a:lnTo>
                <a:lnTo>
                  <a:pt x="13627495" y="1563371"/>
                </a:lnTo>
                <a:lnTo>
                  <a:pt x="13627495" y="94426"/>
                </a:lnTo>
                <a:lnTo>
                  <a:pt x="13620073" y="57678"/>
                </a:lnTo>
                <a:lnTo>
                  <a:pt x="13599832" y="27662"/>
                </a:lnTo>
                <a:lnTo>
                  <a:pt x="13569817" y="7422"/>
                </a:lnTo>
                <a:lnTo>
                  <a:pt x="1353306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5" name="bg object 22"/>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0" y="94426"/>
                </a:moveTo>
                <a:lnTo>
                  <a:pt x="7418" y="57678"/>
                </a:lnTo>
                <a:lnTo>
                  <a:pt x="27647" y="27662"/>
                </a:lnTo>
                <a:lnTo>
                  <a:pt x="57653" y="7422"/>
                </a:lnTo>
                <a:lnTo>
                  <a:pt x="94396" y="0"/>
                </a:lnTo>
                <a:lnTo>
                  <a:pt x="13533069" y="0"/>
                </a:lnTo>
                <a:lnTo>
                  <a:pt x="13569817" y="7422"/>
                </a:lnTo>
                <a:lnTo>
                  <a:pt x="13599832" y="27662"/>
                </a:lnTo>
                <a:lnTo>
                  <a:pt x="13620073" y="57678"/>
                </a:lnTo>
                <a:lnTo>
                  <a:pt x="13627495" y="94426"/>
                </a:lnTo>
                <a:lnTo>
                  <a:pt x="13627495" y="1563371"/>
                </a:lnTo>
                <a:lnTo>
                  <a:pt x="13620073" y="1600114"/>
                </a:lnTo>
                <a:lnTo>
                  <a:pt x="13599832" y="1630117"/>
                </a:lnTo>
                <a:lnTo>
                  <a:pt x="13569817" y="1650345"/>
                </a:lnTo>
                <a:lnTo>
                  <a:pt x="13533069" y="1657762"/>
                </a:lnTo>
                <a:lnTo>
                  <a:pt x="94396" y="1657762"/>
                </a:lnTo>
                <a:lnTo>
                  <a:pt x="57653" y="1650345"/>
                </a:lnTo>
                <a:lnTo>
                  <a:pt x="27647" y="1630117"/>
                </a:lnTo>
                <a:lnTo>
                  <a:pt x="7418" y="1600114"/>
                </a:lnTo>
                <a:lnTo>
                  <a:pt x="0" y="1563371"/>
                </a:lnTo>
                <a:lnTo>
                  <a:pt x="0" y="94426"/>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26" name="bg object 23"/>
          <p:cNvPicPr/>
          <p:nvPr/>
        </p:nvPicPr>
        <p:blipFill>
          <a:blip r:embed="rId4"/>
          <a:stretch/>
        </p:blipFill>
        <p:spPr>
          <a:xfrm>
            <a:off x="472320" y="772920"/>
            <a:ext cx="2598120" cy="1438200"/>
          </a:xfrm>
          <a:prstGeom prst="rect">
            <a:avLst/>
          </a:prstGeom>
          <a:ln w="0">
            <a:noFill/>
          </a:ln>
        </p:spPr>
      </p:pic>
      <p:sp>
        <p:nvSpPr>
          <p:cNvPr id="27" name="bg object 24"/>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8" name="bg object 25"/>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29" name="bg object 26"/>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13557943" y="0"/>
                </a:moveTo>
                <a:lnTo>
                  <a:pt x="69570" y="0"/>
                </a:lnTo>
                <a:lnTo>
                  <a:pt x="42491" y="5466"/>
                </a:lnTo>
                <a:lnTo>
                  <a:pt x="20377" y="20378"/>
                </a:lnTo>
                <a:lnTo>
                  <a:pt x="5467" y="42503"/>
                </a:lnTo>
                <a:lnTo>
                  <a:pt x="0" y="69612"/>
                </a:lnTo>
                <a:lnTo>
                  <a:pt x="0" y="4731888"/>
                </a:lnTo>
                <a:lnTo>
                  <a:pt x="5467" y="4758971"/>
                </a:lnTo>
                <a:lnTo>
                  <a:pt x="20377" y="4781100"/>
                </a:lnTo>
                <a:lnTo>
                  <a:pt x="42491" y="4796025"/>
                </a:lnTo>
                <a:lnTo>
                  <a:pt x="69570" y="4801500"/>
                </a:lnTo>
                <a:lnTo>
                  <a:pt x="13557943" y="4801500"/>
                </a:lnTo>
                <a:lnTo>
                  <a:pt x="13585017" y="4796025"/>
                </a:lnTo>
                <a:lnTo>
                  <a:pt x="13607125" y="4781100"/>
                </a:lnTo>
                <a:lnTo>
                  <a:pt x="13622030" y="4758971"/>
                </a:lnTo>
                <a:lnTo>
                  <a:pt x="13627495" y="4731888"/>
                </a:lnTo>
                <a:lnTo>
                  <a:pt x="13627495" y="69612"/>
                </a:lnTo>
                <a:lnTo>
                  <a:pt x="13622030" y="42503"/>
                </a:lnTo>
                <a:lnTo>
                  <a:pt x="13607125" y="20378"/>
                </a:lnTo>
                <a:lnTo>
                  <a:pt x="13585017" y="5466"/>
                </a:lnTo>
                <a:lnTo>
                  <a:pt x="1355794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30" name="bg object 27"/>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0" y="69612"/>
                </a:moveTo>
                <a:lnTo>
                  <a:pt x="5467" y="42503"/>
                </a:lnTo>
                <a:lnTo>
                  <a:pt x="20377" y="20378"/>
                </a:lnTo>
                <a:lnTo>
                  <a:pt x="42491" y="5466"/>
                </a:lnTo>
                <a:lnTo>
                  <a:pt x="69570" y="0"/>
                </a:lnTo>
                <a:lnTo>
                  <a:pt x="13557943" y="0"/>
                </a:lnTo>
                <a:lnTo>
                  <a:pt x="13585017" y="5466"/>
                </a:lnTo>
                <a:lnTo>
                  <a:pt x="13607125" y="20378"/>
                </a:lnTo>
                <a:lnTo>
                  <a:pt x="13622030" y="42503"/>
                </a:lnTo>
                <a:lnTo>
                  <a:pt x="13627495" y="69612"/>
                </a:lnTo>
                <a:lnTo>
                  <a:pt x="13627495" y="4731888"/>
                </a:lnTo>
                <a:lnTo>
                  <a:pt x="13622030" y="4758971"/>
                </a:lnTo>
                <a:lnTo>
                  <a:pt x="13607125" y="4781100"/>
                </a:lnTo>
                <a:lnTo>
                  <a:pt x="13585017" y="4796025"/>
                </a:lnTo>
                <a:lnTo>
                  <a:pt x="13557943" y="4801500"/>
                </a:lnTo>
                <a:lnTo>
                  <a:pt x="69570" y="4801500"/>
                </a:lnTo>
                <a:lnTo>
                  <a:pt x="42491" y="4796025"/>
                </a:lnTo>
                <a:lnTo>
                  <a:pt x="20377" y="4781100"/>
                </a:lnTo>
                <a:lnTo>
                  <a:pt x="5467" y="4758971"/>
                </a:lnTo>
                <a:lnTo>
                  <a:pt x="0" y="4731888"/>
                </a:lnTo>
                <a:lnTo>
                  <a:pt x="0" y="69612"/>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31" name="bg object 28"/>
          <p:cNvPicPr/>
          <p:nvPr/>
        </p:nvPicPr>
        <p:blipFill>
          <a:blip r:embed="rId5"/>
          <a:stretch/>
        </p:blipFill>
        <p:spPr>
          <a:xfrm>
            <a:off x="11346840" y="772920"/>
            <a:ext cx="2400480" cy="1438200"/>
          </a:xfrm>
          <a:prstGeom prst="rect">
            <a:avLst/>
          </a:prstGeom>
          <a:ln w="0">
            <a:noFill/>
          </a:ln>
        </p:spPr>
      </p:pic>
      <p:sp>
        <p:nvSpPr>
          <p:cNvPr id="32" name="PlaceHolder 1"/>
          <p:cNvSpPr>
            <a:spLocks noGrp="1"/>
          </p:cNvSpPr>
          <p:nvPr>
            <p:ph type="title"/>
          </p:nvPr>
        </p:nvSpPr>
        <p:spPr>
          <a:xfrm>
            <a:off x="711360" y="804240"/>
            <a:ext cx="12801240" cy="3216240"/>
          </a:xfrm>
          <a:prstGeom prst="rect">
            <a:avLst/>
          </a:prstGeom>
          <a:noFill/>
          <a:ln w="0">
            <a:noFill/>
          </a:ln>
        </p:spPr>
        <p:txBody>
          <a:bodyPr lIns="0" tIns="0" rIns="0" bIns="0" anchor="t">
            <a:noAutofit/>
          </a:bodyPr>
          <a:lstStyle/>
          <a:p>
            <a:pPr indent="0">
              <a:buNone/>
            </a:pPr>
            <a:r>
              <a:rPr lang="en-IN" sz="1800" b="0" strike="noStrike" spc="-1">
                <a:solidFill>
                  <a:srgbClr val="000000"/>
                </a:solidFill>
                <a:latin typeface="Calibri"/>
              </a:rPr>
              <a:t>Click to edit the title text format</a:t>
            </a:r>
          </a:p>
        </p:txBody>
      </p:sp>
      <p:sp>
        <p:nvSpPr>
          <p:cNvPr id="33" name="PlaceHolder 2"/>
          <p:cNvSpPr>
            <a:spLocks noGrp="1"/>
          </p:cNvSpPr>
          <p:nvPr>
            <p:ph type="body"/>
          </p:nvPr>
        </p:nvSpPr>
        <p:spPr>
          <a:xfrm>
            <a:off x="711360" y="4623840"/>
            <a:ext cx="12801240" cy="1326852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Calibri"/>
              </a:rPr>
              <a:t>Seventh Outline Level</a:t>
            </a:r>
          </a:p>
        </p:txBody>
      </p:sp>
      <p:sp>
        <p:nvSpPr>
          <p:cNvPr id="34" name="PlaceHolder 3"/>
          <p:cNvSpPr>
            <a:spLocks noGrp="1"/>
          </p:cNvSpPr>
          <p:nvPr>
            <p:ph type="ftr" idx="4"/>
          </p:nvPr>
        </p:nvSpPr>
        <p:spPr>
          <a:xfrm>
            <a:off x="4836240" y="18696960"/>
            <a:ext cx="4551480" cy="100476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35" name="PlaceHolder 4"/>
          <p:cNvSpPr>
            <a:spLocks noGrp="1"/>
          </p:cNvSpPr>
          <p:nvPr>
            <p:ph type="dt" idx="5"/>
          </p:nvPr>
        </p:nvSpPr>
        <p:spPr>
          <a:xfrm>
            <a:off x="711360" y="18696960"/>
            <a:ext cx="3271320" cy="1004760"/>
          </a:xfrm>
          <a:prstGeom prst="rect">
            <a:avLst/>
          </a:prstGeom>
          <a:noFill/>
          <a:ln w="0">
            <a:noFill/>
          </a:ln>
        </p:spPr>
        <p:txBody>
          <a:bodyPr lIns="0" tIns="0" rIns="0" bIns="0" anchor="t">
            <a:noAutofit/>
          </a:bodyPr>
          <a:lstStyle>
            <a:lvl1pPr indent="0">
              <a:lnSpc>
                <a:spcPct val="100000"/>
              </a:lnSpc>
              <a:buNone/>
              <a:defRPr lang="en-US" sz="1400" b="0" strike="noStrike" spc="-1">
                <a:solidFill>
                  <a:schemeClr val="dk1">
                    <a:tint val="75000"/>
                  </a:schemeClr>
                </a:solidFill>
                <a:latin typeface="Times New Roman"/>
              </a:defRPr>
            </a:lvl1pPr>
          </a:lstStyle>
          <a:p>
            <a:pPr indent="0">
              <a:lnSpc>
                <a:spcPct val="100000"/>
              </a:lnSpc>
              <a:buNone/>
            </a:pPr>
            <a:r>
              <a:rPr lang="en-US" sz="1400" b="0" strike="noStrike" spc="-1">
                <a:solidFill>
                  <a:schemeClr val="dk1">
                    <a:tint val="75000"/>
                  </a:schemeClr>
                </a:solidFill>
                <a:latin typeface="Times New Roman"/>
              </a:rPr>
              <a:t>&lt;date/time&gt;</a:t>
            </a:r>
            <a:endParaRPr lang="en-IN" sz="1400" b="0" strike="noStrike" spc="-1">
              <a:solidFill>
                <a:srgbClr val="000000"/>
              </a:solidFill>
              <a:latin typeface="Times New Roman"/>
            </a:endParaRPr>
          </a:p>
        </p:txBody>
      </p:sp>
      <p:sp>
        <p:nvSpPr>
          <p:cNvPr id="36" name="PlaceHolder 5"/>
          <p:cNvSpPr>
            <a:spLocks noGrp="1"/>
          </p:cNvSpPr>
          <p:nvPr>
            <p:ph type="sldNum" idx="6"/>
          </p:nvPr>
        </p:nvSpPr>
        <p:spPr>
          <a:xfrm>
            <a:off x="10241280" y="18696960"/>
            <a:ext cx="3271320" cy="1004760"/>
          </a:xfrm>
          <a:prstGeom prst="rect">
            <a:avLst/>
          </a:prstGeom>
          <a:noFill/>
          <a:ln w="0">
            <a:noFill/>
          </a:ln>
        </p:spPr>
        <p:txBody>
          <a:bodyPr lIns="0" tIns="0" rIns="0" bIns="0" anchor="t">
            <a:noAutofit/>
          </a:bodyPr>
          <a:lstStyle>
            <a:lvl1pPr indent="0" algn="r">
              <a:lnSpc>
                <a:spcPct val="100000"/>
              </a:lnSpc>
              <a:buNone/>
              <a:defRPr lang="en-IN" sz="1400" b="0" strike="noStrike" spc="-1">
                <a:solidFill>
                  <a:schemeClr val="dk1">
                    <a:tint val="75000"/>
                  </a:schemeClr>
                </a:solidFill>
                <a:latin typeface="Times New Roman"/>
              </a:defRPr>
            </a:lvl1pPr>
          </a:lstStyle>
          <a:p>
            <a:pPr indent="0" algn="r">
              <a:lnSpc>
                <a:spcPct val="100000"/>
              </a:lnSpc>
              <a:buNone/>
            </a:pPr>
            <a:fld id="{714FCB1E-C42B-4929-AA8B-60ECDC5D7951}" type="slidenum">
              <a:rPr lang="en-IN" sz="1400" b="0" strike="noStrike" spc="-1">
                <a:solidFill>
                  <a:schemeClr val="dk1">
                    <a:tint val="75000"/>
                  </a:schemeClr>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39" name="bg object 16"/>
          <p:cNvPicPr/>
          <p:nvPr/>
        </p:nvPicPr>
        <p:blipFill>
          <a:blip r:embed="rId3"/>
          <a:stretch/>
        </p:blipFill>
        <p:spPr>
          <a:xfrm>
            <a:off x="0" y="0"/>
            <a:ext cx="14220000" cy="20103120"/>
          </a:xfrm>
          <a:prstGeom prst="rect">
            <a:avLst/>
          </a:prstGeom>
          <a:ln w="0">
            <a:noFill/>
          </a:ln>
        </p:spPr>
      </p:pic>
      <p:sp>
        <p:nvSpPr>
          <p:cNvPr id="40" name="bg object 17"/>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1" name="bg object 18"/>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2" name="bg object 19"/>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13548041" y="0"/>
                </a:moveTo>
                <a:lnTo>
                  <a:pt x="79448" y="0"/>
                </a:lnTo>
                <a:lnTo>
                  <a:pt x="48523" y="6240"/>
                </a:lnTo>
                <a:lnTo>
                  <a:pt x="23269" y="23263"/>
                </a:lnTo>
                <a:lnTo>
                  <a:pt x="6243" y="48518"/>
                </a:lnTo>
                <a:lnTo>
                  <a:pt x="0" y="79454"/>
                </a:lnTo>
                <a:lnTo>
                  <a:pt x="0" y="2166682"/>
                </a:lnTo>
                <a:lnTo>
                  <a:pt x="6243" y="2197593"/>
                </a:lnTo>
                <a:lnTo>
                  <a:pt x="23269" y="2222850"/>
                </a:lnTo>
                <a:lnTo>
                  <a:pt x="48523" y="2239887"/>
                </a:lnTo>
                <a:lnTo>
                  <a:pt x="79448" y="2246136"/>
                </a:lnTo>
                <a:lnTo>
                  <a:pt x="13548041" y="2246136"/>
                </a:lnTo>
                <a:lnTo>
                  <a:pt x="13578977" y="2239887"/>
                </a:lnTo>
                <a:lnTo>
                  <a:pt x="13604232" y="2222850"/>
                </a:lnTo>
                <a:lnTo>
                  <a:pt x="13621254" y="2197593"/>
                </a:lnTo>
                <a:lnTo>
                  <a:pt x="13627495" y="2166682"/>
                </a:lnTo>
                <a:lnTo>
                  <a:pt x="13627495" y="79454"/>
                </a:lnTo>
                <a:lnTo>
                  <a:pt x="13621254" y="48518"/>
                </a:lnTo>
                <a:lnTo>
                  <a:pt x="13604232" y="23263"/>
                </a:lnTo>
                <a:lnTo>
                  <a:pt x="13578977" y="6240"/>
                </a:lnTo>
                <a:lnTo>
                  <a:pt x="1354804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3" name="bg object 20"/>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0" y="79454"/>
                </a:moveTo>
                <a:lnTo>
                  <a:pt x="6243" y="48518"/>
                </a:lnTo>
                <a:lnTo>
                  <a:pt x="23269" y="23263"/>
                </a:lnTo>
                <a:lnTo>
                  <a:pt x="48523" y="6240"/>
                </a:lnTo>
                <a:lnTo>
                  <a:pt x="79448" y="0"/>
                </a:lnTo>
                <a:lnTo>
                  <a:pt x="13548041" y="0"/>
                </a:lnTo>
                <a:lnTo>
                  <a:pt x="13578977" y="6240"/>
                </a:lnTo>
                <a:lnTo>
                  <a:pt x="13604232" y="23263"/>
                </a:lnTo>
                <a:lnTo>
                  <a:pt x="13621254" y="48518"/>
                </a:lnTo>
                <a:lnTo>
                  <a:pt x="13627495" y="79454"/>
                </a:lnTo>
                <a:lnTo>
                  <a:pt x="13627495" y="2166682"/>
                </a:lnTo>
                <a:lnTo>
                  <a:pt x="13621254" y="2197593"/>
                </a:lnTo>
                <a:lnTo>
                  <a:pt x="13604232" y="2222850"/>
                </a:lnTo>
                <a:lnTo>
                  <a:pt x="13578977" y="2239887"/>
                </a:lnTo>
                <a:lnTo>
                  <a:pt x="13548041" y="2246136"/>
                </a:lnTo>
                <a:lnTo>
                  <a:pt x="79448" y="2246136"/>
                </a:lnTo>
                <a:lnTo>
                  <a:pt x="48523" y="2239887"/>
                </a:lnTo>
                <a:lnTo>
                  <a:pt x="23269" y="2222850"/>
                </a:lnTo>
                <a:lnTo>
                  <a:pt x="6243" y="2197593"/>
                </a:lnTo>
                <a:lnTo>
                  <a:pt x="0" y="2166682"/>
                </a:lnTo>
                <a:lnTo>
                  <a:pt x="0" y="7945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4" name="bg object 21"/>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13533069" y="0"/>
                </a:moveTo>
                <a:lnTo>
                  <a:pt x="94396" y="0"/>
                </a:lnTo>
                <a:lnTo>
                  <a:pt x="57653" y="7422"/>
                </a:lnTo>
                <a:lnTo>
                  <a:pt x="27647" y="27662"/>
                </a:lnTo>
                <a:lnTo>
                  <a:pt x="7418" y="57678"/>
                </a:lnTo>
                <a:lnTo>
                  <a:pt x="0" y="94426"/>
                </a:lnTo>
                <a:lnTo>
                  <a:pt x="0" y="1563371"/>
                </a:lnTo>
                <a:lnTo>
                  <a:pt x="7418" y="1600114"/>
                </a:lnTo>
                <a:lnTo>
                  <a:pt x="27647" y="1630117"/>
                </a:lnTo>
                <a:lnTo>
                  <a:pt x="57653" y="1650345"/>
                </a:lnTo>
                <a:lnTo>
                  <a:pt x="94396" y="1657762"/>
                </a:lnTo>
                <a:lnTo>
                  <a:pt x="13533069" y="1657762"/>
                </a:lnTo>
                <a:lnTo>
                  <a:pt x="13569817" y="1650345"/>
                </a:lnTo>
                <a:lnTo>
                  <a:pt x="13599832" y="1630117"/>
                </a:lnTo>
                <a:lnTo>
                  <a:pt x="13620073" y="1600114"/>
                </a:lnTo>
                <a:lnTo>
                  <a:pt x="13627495" y="1563371"/>
                </a:lnTo>
                <a:lnTo>
                  <a:pt x="13627495" y="94426"/>
                </a:lnTo>
                <a:lnTo>
                  <a:pt x="13620073" y="57678"/>
                </a:lnTo>
                <a:lnTo>
                  <a:pt x="13599832" y="27662"/>
                </a:lnTo>
                <a:lnTo>
                  <a:pt x="13569817" y="7422"/>
                </a:lnTo>
                <a:lnTo>
                  <a:pt x="1353306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5" name="bg object 22"/>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0" y="94426"/>
                </a:moveTo>
                <a:lnTo>
                  <a:pt x="7418" y="57678"/>
                </a:lnTo>
                <a:lnTo>
                  <a:pt x="27647" y="27662"/>
                </a:lnTo>
                <a:lnTo>
                  <a:pt x="57653" y="7422"/>
                </a:lnTo>
                <a:lnTo>
                  <a:pt x="94396" y="0"/>
                </a:lnTo>
                <a:lnTo>
                  <a:pt x="13533069" y="0"/>
                </a:lnTo>
                <a:lnTo>
                  <a:pt x="13569817" y="7422"/>
                </a:lnTo>
                <a:lnTo>
                  <a:pt x="13599832" y="27662"/>
                </a:lnTo>
                <a:lnTo>
                  <a:pt x="13620073" y="57678"/>
                </a:lnTo>
                <a:lnTo>
                  <a:pt x="13627495" y="94426"/>
                </a:lnTo>
                <a:lnTo>
                  <a:pt x="13627495" y="1563371"/>
                </a:lnTo>
                <a:lnTo>
                  <a:pt x="13620073" y="1600114"/>
                </a:lnTo>
                <a:lnTo>
                  <a:pt x="13599832" y="1630117"/>
                </a:lnTo>
                <a:lnTo>
                  <a:pt x="13569817" y="1650345"/>
                </a:lnTo>
                <a:lnTo>
                  <a:pt x="13533069" y="1657762"/>
                </a:lnTo>
                <a:lnTo>
                  <a:pt x="94396" y="1657762"/>
                </a:lnTo>
                <a:lnTo>
                  <a:pt x="57653" y="1650345"/>
                </a:lnTo>
                <a:lnTo>
                  <a:pt x="27647" y="1630117"/>
                </a:lnTo>
                <a:lnTo>
                  <a:pt x="7418" y="1600114"/>
                </a:lnTo>
                <a:lnTo>
                  <a:pt x="0" y="1563371"/>
                </a:lnTo>
                <a:lnTo>
                  <a:pt x="0" y="94426"/>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46" name="bg object 23"/>
          <p:cNvPicPr/>
          <p:nvPr/>
        </p:nvPicPr>
        <p:blipFill>
          <a:blip r:embed="rId4"/>
          <a:stretch/>
        </p:blipFill>
        <p:spPr>
          <a:xfrm>
            <a:off x="472320" y="772920"/>
            <a:ext cx="2598120" cy="1438200"/>
          </a:xfrm>
          <a:prstGeom prst="rect">
            <a:avLst/>
          </a:prstGeom>
          <a:ln w="0">
            <a:noFill/>
          </a:ln>
        </p:spPr>
      </p:pic>
      <p:sp>
        <p:nvSpPr>
          <p:cNvPr id="47" name="bg object 24"/>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8" name="bg object 25"/>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49" name="bg object 26"/>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13557943" y="0"/>
                </a:moveTo>
                <a:lnTo>
                  <a:pt x="69570" y="0"/>
                </a:lnTo>
                <a:lnTo>
                  <a:pt x="42491" y="5466"/>
                </a:lnTo>
                <a:lnTo>
                  <a:pt x="20377" y="20378"/>
                </a:lnTo>
                <a:lnTo>
                  <a:pt x="5467" y="42503"/>
                </a:lnTo>
                <a:lnTo>
                  <a:pt x="0" y="69612"/>
                </a:lnTo>
                <a:lnTo>
                  <a:pt x="0" y="4731888"/>
                </a:lnTo>
                <a:lnTo>
                  <a:pt x="5467" y="4758971"/>
                </a:lnTo>
                <a:lnTo>
                  <a:pt x="20377" y="4781100"/>
                </a:lnTo>
                <a:lnTo>
                  <a:pt x="42491" y="4796025"/>
                </a:lnTo>
                <a:lnTo>
                  <a:pt x="69570" y="4801500"/>
                </a:lnTo>
                <a:lnTo>
                  <a:pt x="13557943" y="4801500"/>
                </a:lnTo>
                <a:lnTo>
                  <a:pt x="13585017" y="4796025"/>
                </a:lnTo>
                <a:lnTo>
                  <a:pt x="13607125" y="4781100"/>
                </a:lnTo>
                <a:lnTo>
                  <a:pt x="13622030" y="4758971"/>
                </a:lnTo>
                <a:lnTo>
                  <a:pt x="13627495" y="4731888"/>
                </a:lnTo>
                <a:lnTo>
                  <a:pt x="13627495" y="69612"/>
                </a:lnTo>
                <a:lnTo>
                  <a:pt x="13622030" y="42503"/>
                </a:lnTo>
                <a:lnTo>
                  <a:pt x="13607125" y="20378"/>
                </a:lnTo>
                <a:lnTo>
                  <a:pt x="13585017" y="5466"/>
                </a:lnTo>
                <a:lnTo>
                  <a:pt x="1355794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50" name="bg object 27"/>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0" y="69612"/>
                </a:moveTo>
                <a:lnTo>
                  <a:pt x="5467" y="42503"/>
                </a:lnTo>
                <a:lnTo>
                  <a:pt x="20377" y="20378"/>
                </a:lnTo>
                <a:lnTo>
                  <a:pt x="42491" y="5466"/>
                </a:lnTo>
                <a:lnTo>
                  <a:pt x="69570" y="0"/>
                </a:lnTo>
                <a:lnTo>
                  <a:pt x="13557943" y="0"/>
                </a:lnTo>
                <a:lnTo>
                  <a:pt x="13585017" y="5466"/>
                </a:lnTo>
                <a:lnTo>
                  <a:pt x="13607125" y="20378"/>
                </a:lnTo>
                <a:lnTo>
                  <a:pt x="13622030" y="42503"/>
                </a:lnTo>
                <a:lnTo>
                  <a:pt x="13627495" y="69612"/>
                </a:lnTo>
                <a:lnTo>
                  <a:pt x="13627495" y="4731888"/>
                </a:lnTo>
                <a:lnTo>
                  <a:pt x="13622030" y="4758971"/>
                </a:lnTo>
                <a:lnTo>
                  <a:pt x="13607125" y="4781100"/>
                </a:lnTo>
                <a:lnTo>
                  <a:pt x="13585017" y="4796025"/>
                </a:lnTo>
                <a:lnTo>
                  <a:pt x="13557943" y="4801500"/>
                </a:lnTo>
                <a:lnTo>
                  <a:pt x="69570" y="4801500"/>
                </a:lnTo>
                <a:lnTo>
                  <a:pt x="42491" y="4796025"/>
                </a:lnTo>
                <a:lnTo>
                  <a:pt x="20377" y="4781100"/>
                </a:lnTo>
                <a:lnTo>
                  <a:pt x="5467" y="4758971"/>
                </a:lnTo>
                <a:lnTo>
                  <a:pt x="0" y="4731888"/>
                </a:lnTo>
                <a:lnTo>
                  <a:pt x="0" y="69612"/>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51" name="bg object 28"/>
          <p:cNvPicPr/>
          <p:nvPr/>
        </p:nvPicPr>
        <p:blipFill>
          <a:blip r:embed="rId5"/>
          <a:stretch/>
        </p:blipFill>
        <p:spPr>
          <a:xfrm>
            <a:off x="11346840" y="772920"/>
            <a:ext cx="2400480" cy="1438200"/>
          </a:xfrm>
          <a:prstGeom prst="rect">
            <a:avLst/>
          </a:prstGeom>
          <a:ln w="0">
            <a:noFill/>
          </a:ln>
        </p:spPr>
      </p:pic>
      <p:sp>
        <p:nvSpPr>
          <p:cNvPr id="52" name="PlaceHolder 1"/>
          <p:cNvSpPr>
            <a:spLocks noGrp="1"/>
          </p:cNvSpPr>
          <p:nvPr>
            <p:ph type="title"/>
          </p:nvPr>
        </p:nvSpPr>
        <p:spPr>
          <a:xfrm>
            <a:off x="711360" y="804240"/>
            <a:ext cx="12801240" cy="3216240"/>
          </a:xfrm>
          <a:prstGeom prst="rect">
            <a:avLst/>
          </a:prstGeom>
          <a:noFill/>
          <a:ln w="0">
            <a:noFill/>
          </a:ln>
        </p:spPr>
        <p:txBody>
          <a:bodyPr lIns="0" tIns="0" rIns="0" bIns="0" anchor="t">
            <a:noAutofit/>
          </a:bodyPr>
          <a:lstStyle/>
          <a:p>
            <a:pPr indent="0">
              <a:buNone/>
            </a:pPr>
            <a:r>
              <a:rPr lang="en-IN" sz="1800" b="0" strike="noStrike" spc="-1">
                <a:solidFill>
                  <a:srgbClr val="000000"/>
                </a:solidFill>
                <a:latin typeface="Calibri"/>
              </a:rPr>
              <a:t>Click to edit the title text format</a:t>
            </a:r>
          </a:p>
        </p:txBody>
      </p:sp>
      <p:sp>
        <p:nvSpPr>
          <p:cNvPr id="53" name="PlaceHolder 2"/>
          <p:cNvSpPr>
            <a:spLocks noGrp="1"/>
          </p:cNvSpPr>
          <p:nvPr>
            <p:ph type="body"/>
          </p:nvPr>
        </p:nvSpPr>
        <p:spPr>
          <a:xfrm>
            <a:off x="711360" y="4623840"/>
            <a:ext cx="6186960" cy="1166040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Calibri"/>
              </a:rPr>
              <a:t>Seventh Outline Level</a:t>
            </a:r>
          </a:p>
        </p:txBody>
      </p:sp>
      <p:sp>
        <p:nvSpPr>
          <p:cNvPr id="54" name="PlaceHolder 3"/>
          <p:cNvSpPr>
            <a:spLocks noGrp="1"/>
          </p:cNvSpPr>
          <p:nvPr>
            <p:ph type="body"/>
          </p:nvPr>
        </p:nvSpPr>
        <p:spPr>
          <a:xfrm>
            <a:off x="7325280" y="4623840"/>
            <a:ext cx="6186960" cy="11660400"/>
          </a:xfrm>
          <a:prstGeom prst="rect">
            <a:avLst/>
          </a:prstGeom>
          <a:noFill/>
          <a:ln w="0">
            <a:noFill/>
          </a:ln>
        </p:spPr>
        <p:txBody>
          <a:bodyPr lIns="0" tIns="0" rIns="0" bIns="0" anchor="t">
            <a:no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Calibri"/>
              </a:rPr>
              <a:t>Seventh Outline Level</a:t>
            </a:r>
          </a:p>
        </p:txBody>
      </p:sp>
      <p:sp>
        <p:nvSpPr>
          <p:cNvPr id="55" name="PlaceHolder 4"/>
          <p:cNvSpPr>
            <a:spLocks noGrp="1"/>
          </p:cNvSpPr>
          <p:nvPr>
            <p:ph type="ftr" idx="7"/>
          </p:nvPr>
        </p:nvSpPr>
        <p:spPr>
          <a:xfrm>
            <a:off x="4836240" y="18696960"/>
            <a:ext cx="4551480" cy="100476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56" name="PlaceHolder 5"/>
          <p:cNvSpPr>
            <a:spLocks noGrp="1"/>
          </p:cNvSpPr>
          <p:nvPr>
            <p:ph type="dt" idx="8"/>
          </p:nvPr>
        </p:nvSpPr>
        <p:spPr>
          <a:xfrm>
            <a:off x="711360" y="18696960"/>
            <a:ext cx="3271320" cy="1004760"/>
          </a:xfrm>
          <a:prstGeom prst="rect">
            <a:avLst/>
          </a:prstGeom>
          <a:noFill/>
          <a:ln w="0">
            <a:noFill/>
          </a:ln>
        </p:spPr>
        <p:txBody>
          <a:bodyPr lIns="0" tIns="0" rIns="0" bIns="0" anchor="t">
            <a:noAutofit/>
          </a:bodyPr>
          <a:lstStyle>
            <a:lvl1pPr indent="0">
              <a:lnSpc>
                <a:spcPct val="100000"/>
              </a:lnSpc>
              <a:buNone/>
              <a:defRPr lang="en-US" sz="1400" b="0" strike="noStrike" spc="-1">
                <a:solidFill>
                  <a:schemeClr val="dk1">
                    <a:tint val="75000"/>
                  </a:schemeClr>
                </a:solidFill>
                <a:latin typeface="Times New Roman"/>
              </a:defRPr>
            </a:lvl1pPr>
          </a:lstStyle>
          <a:p>
            <a:pPr indent="0">
              <a:lnSpc>
                <a:spcPct val="100000"/>
              </a:lnSpc>
              <a:buNone/>
            </a:pPr>
            <a:r>
              <a:rPr lang="en-US" sz="1400" b="0" strike="noStrike" spc="-1">
                <a:solidFill>
                  <a:schemeClr val="dk1">
                    <a:tint val="75000"/>
                  </a:schemeClr>
                </a:solidFill>
                <a:latin typeface="Times New Roman"/>
              </a:rPr>
              <a:t>&lt;date/time&gt;</a:t>
            </a:r>
            <a:endParaRPr lang="en-IN" sz="1400" b="0" strike="noStrike" spc="-1">
              <a:solidFill>
                <a:srgbClr val="000000"/>
              </a:solidFill>
              <a:latin typeface="Times New Roman"/>
            </a:endParaRPr>
          </a:p>
        </p:txBody>
      </p:sp>
      <p:sp>
        <p:nvSpPr>
          <p:cNvPr id="57" name="PlaceHolder 6"/>
          <p:cNvSpPr>
            <a:spLocks noGrp="1"/>
          </p:cNvSpPr>
          <p:nvPr>
            <p:ph type="sldNum" idx="9"/>
          </p:nvPr>
        </p:nvSpPr>
        <p:spPr>
          <a:xfrm>
            <a:off x="10241280" y="18696960"/>
            <a:ext cx="3271320" cy="1004760"/>
          </a:xfrm>
          <a:prstGeom prst="rect">
            <a:avLst/>
          </a:prstGeom>
          <a:noFill/>
          <a:ln w="0">
            <a:noFill/>
          </a:ln>
        </p:spPr>
        <p:txBody>
          <a:bodyPr lIns="0" tIns="0" rIns="0" bIns="0" anchor="t">
            <a:noAutofit/>
          </a:bodyPr>
          <a:lstStyle>
            <a:lvl1pPr indent="0" algn="r">
              <a:lnSpc>
                <a:spcPct val="100000"/>
              </a:lnSpc>
              <a:buNone/>
              <a:defRPr lang="en-IN" sz="1400" b="0" strike="noStrike" spc="-1">
                <a:solidFill>
                  <a:schemeClr val="dk1">
                    <a:tint val="75000"/>
                  </a:schemeClr>
                </a:solidFill>
                <a:latin typeface="Times New Roman"/>
              </a:defRPr>
            </a:lvl1pPr>
          </a:lstStyle>
          <a:p>
            <a:pPr indent="0" algn="r">
              <a:lnSpc>
                <a:spcPct val="100000"/>
              </a:lnSpc>
              <a:buNone/>
            </a:pPr>
            <a:fld id="{DFF34BE3-F5D7-4F62-8C6C-A695A6DEDBF2}" type="slidenum">
              <a:rPr lang="en-IN" sz="1400" b="0" strike="noStrike" spc="-1">
                <a:solidFill>
                  <a:schemeClr val="dk1">
                    <a:tint val="75000"/>
                  </a:schemeClr>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0" name="bg object 16"/>
          <p:cNvPicPr/>
          <p:nvPr/>
        </p:nvPicPr>
        <p:blipFill>
          <a:blip r:embed="rId3"/>
          <a:stretch/>
        </p:blipFill>
        <p:spPr>
          <a:xfrm>
            <a:off x="0" y="0"/>
            <a:ext cx="14220000" cy="20103120"/>
          </a:xfrm>
          <a:prstGeom prst="rect">
            <a:avLst/>
          </a:prstGeom>
          <a:ln w="0">
            <a:noFill/>
          </a:ln>
        </p:spPr>
      </p:pic>
      <p:sp>
        <p:nvSpPr>
          <p:cNvPr id="61" name="bg object 17"/>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2" name="bg object 18"/>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3" name="bg object 19"/>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13548041" y="0"/>
                </a:moveTo>
                <a:lnTo>
                  <a:pt x="79448" y="0"/>
                </a:lnTo>
                <a:lnTo>
                  <a:pt x="48523" y="6240"/>
                </a:lnTo>
                <a:lnTo>
                  <a:pt x="23269" y="23263"/>
                </a:lnTo>
                <a:lnTo>
                  <a:pt x="6243" y="48518"/>
                </a:lnTo>
                <a:lnTo>
                  <a:pt x="0" y="79454"/>
                </a:lnTo>
                <a:lnTo>
                  <a:pt x="0" y="2166682"/>
                </a:lnTo>
                <a:lnTo>
                  <a:pt x="6243" y="2197593"/>
                </a:lnTo>
                <a:lnTo>
                  <a:pt x="23269" y="2222850"/>
                </a:lnTo>
                <a:lnTo>
                  <a:pt x="48523" y="2239887"/>
                </a:lnTo>
                <a:lnTo>
                  <a:pt x="79448" y="2246136"/>
                </a:lnTo>
                <a:lnTo>
                  <a:pt x="13548041" y="2246136"/>
                </a:lnTo>
                <a:lnTo>
                  <a:pt x="13578977" y="2239887"/>
                </a:lnTo>
                <a:lnTo>
                  <a:pt x="13604232" y="2222850"/>
                </a:lnTo>
                <a:lnTo>
                  <a:pt x="13621254" y="2197593"/>
                </a:lnTo>
                <a:lnTo>
                  <a:pt x="13627495" y="2166682"/>
                </a:lnTo>
                <a:lnTo>
                  <a:pt x="13627495" y="79454"/>
                </a:lnTo>
                <a:lnTo>
                  <a:pt x="13621254" y="48518"/>
                </a:lnTo>
                <a:lnTo>
                  <a:pt x="13604232" y="23263"/>
                </a:lnTo>
                <a:lnTo>
                  <a:pt x="13578977" y="6240"/>
                </a:lnTo>
                <a:lnTo>
                  <a:pt x="1354804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4" name="bg object 20"/>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0" y="79454"/>
                </a:moveTo>
                <a:lnTo>
                  <a:pt x="6243" y="48518"/>
                </a:lnTo>
                <a:lnTo>
                  <a:pt x="23269" y="23263"/>
                </a:lnTo>
                <a:lnTo>
                  <a:pt x="48523" y="6240"/>
                </a:lnTo>
                <a:lnTo>
                  <a:pt x="79448" y="0"/>
                </a:lnTo>
                <a:lnTo>
                  <a:pt x="13548041" y="0"/>
                </a:lnTo>
                <a:lnTo>
                  <a:pt x="13578977" y="6240"/>
                </a:lnTo>
                <a:lnTo>
                  <a:pt x="13604232" y="23263"/>
                </a:lnTo>
                <a:lnTo>
                  <a:pt x="13621254" y="48518"/>
                </a:lnTo>
                <a:lnTo>
                  <a:pt x="13627495" y="79454"/>
                </a:lnTo>
                <a:lnTo>
                  <a:pt x="13627495" y="2166682"/>
                </a:lnTo>
                <a:lnTo>
                  <a:pt x="13621254" y="2197593"/>
                </a:lnTo>
                <a:lnTo>
                  <a:pt x="13604232" y="2222850"/>
                </a:lnTo>
                <a:lnTo>
                  <a:pt x="13578977" y="2239887"/>
                </a:lnTo>
                <a:lnTo>
                  <a:pt x="13548041" y="2246136"/>
                </a:lnTo>
                <a:lnTo>
                  <a:pt x="79448" y="2246136"/>
                </a:lnTo>
                <a:lnTo>
                  <a:pt x="48523" y="2239887"/>
                </a:lnTo>
                <a:lnTo>
                  <a:pt x="23269" y="2222850"/>
                </a:lnTo>
                <a:lnTo>
                  <a:pt x="6243" y="2197593"/>
                </a:lnTo>
                <a:lnTo>
                  <a:pt x="0" y="2166682"/>
                </a:lnTo>
                <a:lnTo>
                  <a:pt x="0" y="7945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5" name="bg object 21"/>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13533069" y="0"/>
                </a:moveTo>
                <a:lnTo>
                  <a:pt x="94396" y="0"/>
                </a:lnTo>
                <a:lnTo>
                  <a:pt x="57653" y="7422"/>
                </a:lnTo>
                <a:lnTo>
                  <a:pt x="27647" y="27662"/>
                </a:lnTo>
                <a:lnTo>
                  <a:pt x="7418" y="57678"/>
                </a:lnTo>
                <a:lnTo>
                  <a:pt x="0" y="94426"/>
                </a:lnTo>
                <a:lnTo>
                  <a:pt x="0" y="1563371"/>
                </a:lnTo>
                <a:lnTo>
                  <a:pt x="7418" y="1600114"/>
                </a:lnTo>
                <a:lnTo>
                  <a:pt x="27647" y="1630117"/>
                </a:lnTo>
                <a:lnTo>
                  <a:pt x="57653" y="1650345"/>
                </a:lnTo>
                <a:lnTo>
                  <a:pt x="94396" y="1657762"/>
                </a:lnTo>
                <a:lnTo>
                  <a:pt x="13533069" y="1657762"/>
                </a:lnTo>
                <a:lnTo>
                  <a:pt x="13569817" y="1650345"/>
                </a:lnTo>
                <a:lnTo>
                  <a:pt x="13599832" y="1630117"/>
                </a:lnTo>
                <a:lnTo>
                  <a:pt x="13620073" y="1600114"/>
                </a:lnTo>
                <a:lnTo>
                  <a:pt x="13627495" y="1563371"/>
                </a:lnTo>
                <a:lnTo>
                  <a:pt x="13627495" y="94426"/>
                </a:lnTo>
                <a:lnTo>
                  <a:pt x="13620073" y="57678"/>
                </a:lnTo>
                <a:lnTo>
                  <a:pt x="13599832" y="27662"/>
                </a:lnTo>
                <a:lnTo>
                  <a:pt x="13569817" y="7422"/>
                </a:lnTo>
                <a:lnTo>
                  <a:pt x="1353306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6" name="bg object 22"/>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0" y="94426"/>
                </a:moveTo>
                <a:lnTo>
                  <a:pt x="7418" y="57678"/>
                </a:lnTo>
                <a:lnTo>
                  <a:pt x="27647" y="27662"/>
                </a:lnTo>
                <a:lnTo>
                  <a:pt x="57653" y="7422"/>
                </a:lnTo>
                <a:lnTo>
                  <a:pt x="94396" y="0"/>
                </a:lnTo>
                <a:lnTo>
                  <a:pt x="13533069" y="0"/>
                </a:lnTo>
                <a:lnTo>
                  <a:pt x="13569817" y="7422"/>
                </a:lnTo>
                <a:lnTo>
                  <a:pt x="13599832" y="27662"/>
                </a:lnTo>
                <a:lnTo>
                  <a:pt x="13620073" y="57678"/>
                </a:lnTo>
                <a:lnTo>
                  <a:pt x="13627495" y="94426"/>
                </a:lnTo>
                <a:lnTo>
                  <a:pt x="13627495" y="1563371"/>
                </a:lnTo>
                <a:lnTo>
                  <a:pt x="13620073" y="1600114"/>
                </a:lnTo>
                <a:lnTo>
                  <a:pt x="13599832" y="1630117"/>
                </a:lnTo>
                <a:lnTo>
                  <a:pt x="13569817" y="1650345"/>
                </a:lnTo>
                <a:lnTo>
                  <a:pt x="13533069" y="1657762"/>
                </a:lnTo>
                <a:lnTo>
                  <a:pt x="94396" y="1657762"/>
                </a:lnTo>
                <a:lnTo>
                  <a:pt x="57653" y="1650345"/>
                </a:lnTo>
                <a:lnTo>
                  <a:pt x="27647" y="1630117"/>
                </a:lnTo>
                <a:lnTo>
                  <a:pt x="7418" y="1600114"/>
                </a:lnTo>
                <a:lnTo>
                  <a:pt x="0" y="1563371"/>
                </a:lnTo>
                <a:lnTo>
                  <a:pt x="0" y="94426"/>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67" name="bg object 23"/>
          <p:cNvPicPr/>
          <p:nvPr/>
        </p:nvPicPr>
        <p:blipFill>
          <a:blip r:embed="rId4"/>
          <a:stretch/>
        </p:blipFill>
        <p:spPr>
          <a:xfrm>
            <a:off x="472320" y="772920"/>
            <a:ext cx="2598120" cy="1438200"/>
          </a:xfrm>
          <a:prstGeom prst="rect">
            <a:avLst/>
          </a:prstGeom>
          <a:ln w="0">
            <a:noFill/>
          </a:ln>
        </p:spPr>
      </p:pic>
      <p:sp>
        <p:nvSpPr>
          <p:cNvPr id="68" name="bg object 24"/>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69" name="bg object 25"/>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70" name="bg object 26"/>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13557943" y="0"/>
                </a:moveTo>
                <a:lnTo>
                  <a:pt x="69570" y="0"/>
                </a:lnTo>
                <a:lnTo>
                  <a:pt x="42491" y="5466"/>
                </a:lnTo>
                <a:lnTo>
                  <a:pt x="20377" y="20378"/>
                </a:lnTo>
                <a:lnTo>
                  <a:pt x="5467" y="42503"/>
                </a:lnTo>
                <a:lnTo>
                  <a:pt x="0" y="69612"/>
                </a:lnTo>
                <a:lnTo>
                  <a:pt x="0" y="4731888"/>
                </a:lnTo>
                <a:lnTo>
                  <a:pt x="5467" y="4758971"/>
                </a:lnTo>
                <a:lnTo>
                  <a:pt x="20377" y="4781100"/>
                </a:lnTo>
                <a:lnTo>
                  <a:pt x="42491" y="4796025"/>
                </a:lnTo>
                <a:lnTo>
                  <a:pt x="69570" y="4801500"/>
                </a:lnTo>
                <a:lnTo>
                  <a:pt x="13557943" y="4801500"/>
                </a:lnTo>
                <a:lnTo>
                  <a:pt x="13585017" y="4796025"/>
                </a:lnTo>
                <a:lnTo>
                  <a:pt x="13607125" y="4781100"/>
                </a:lnTo>
                <a:lnTo>
                  <a:pt x="13622030" y="4758971"/>
                </a:lnTo>
                <a:lnTo>
                  <a:pt x="13627495" y="4731888"/>
                </a:lnTo>
                <a:lnTo>
                  <a:pt x="13627495" y="69612"/>
                </a:lnTo>
                <a:lnTo>
                  <a:pt x="13622030" y="42503"/>
                </a:lnTo>
                <a:lnTo>
                  <a:pt x="13607125" y="20378"/>
                </a:lnTo>
                <a:lnTo>
                  <a:pt x="13585017" y="5466"/>
                </a:lnTo>
                <a:lnTo>
                  <a:pt x="1355794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71" name="bg object 27"/>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0" y="69612"/>
                </a:moveTo>
                <a:lnTo>
                  <a:pt x="5467" y="42503"/>
                </a:lnTo>
                <a:lnTo>
                  <a:pt x="20377" y="20378"/>
                </a:lnTo>
                <a:lnTo>
                  <a:pt x="42491" y="5466"/>
                </a:lnTo>
                <a:lnTo>
                  <a:pt x="69570" y="0"/>
                </a:lnTo>
                <a:lnTo>
                  <a:pt x="13557943" y="0"/>
                </a:lnTo>
                <a:lnTo>
                  <a:pt x="13585017" y="5466"/>
                </a:lnTo>
                <a:lnTo>
                  <a:pt x="13607125" y="20378"/>
                </a:lnTo>
                <a:lnTo>
                  <a:pt x="13622030" y="42503"/>
                </a:lnTo>
                <a:lnTo>
                  <a:pt x="13627495" y="69612"/>
                </a:lnTo>
                <a:lnTo>
                  <a:pt x="13627495" y="4731888"/>
                </a:lnTo>
                <a:lnTo>
                  <a:pt x="13622030" y="4758971"/>
                </a:lnTo>
                <a:lnTo>
                  <a:pt x="13607125" y="4781100"/>
                </a:lnTo>
                <a:lnTo>
                  <a:pt x="13585017" y="4796025"/>
                </a:lnTo>
                <a:lnTo>
                  <a:pt x="13557943" y="4801500"/>
                </a:lnTo>
                <a:lnTo>
                  <a:pt x="69570" y="4801500"/>
                </a:lnTo>
                <a:lnTo>
                  <a:pt x="42491" y="4796025"/>
                </a:lnTo>
                <a:lnTo>
                  <a:pt x="20377" y="4781100"/>
                </a:lnTo>
                <a:lnTo>
                  <a:pt x="5467" y="4758971"/>
                </a:lnTo>
                <a:lnTo>
                  <a:pt x="0" y="4731888"/>
                </a:lnTo>
                <a:lnTo>
                  <a:pt x="0" y="69612"/>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72" name="bg object 28"/>
          <p:cNvPicPr/>
          <p:nvPr/>
        </p:nvPicPr>
        <p:blipFill>
          <a:blip r:embed="rId5"/>
          <a:stretch/>
        </p:blipFill>
        <p:spPr>
          <a:xfrm>
            <a:off x="11346840" y="772920"/>
            <a:ext cx="2400480" cy="1438200"/>
          </a:xfrm>
          <a:prstGeom prst="rect">
            <a:avLst/>
          </a:prstGeom>
          <a:ln w="0">
            <a:noFill/>
          </a:ln>
        </p:spPr>
      </p:pic>
      <p:sp>
        <p:nvSpPr>
          <p:cNvPr id="73" name="PlaceHolder 1"/>
          <p:cNvSpPr>
            <a:spLocks noGrp="1"/>
          </p:cNvSpPr>
          <p:nvPr>
            <p:ph type="title"/>
          </p:nvPr>
        </p:nvSpPr>
        <p:spPr>
          <a:xfrm>
            <a:off x="711360" y="804240"/>
            <a:ext cx="12801240" cy="3216240"/>
          </a:xfrm>
          <a:prstGeom prst="rect">
            <a:avLst/>
          </a:prstGeom>
          <a:noFill/>
          <a:ln w="0">
            <a:noFill/>
          </a:ln>
        </p:spPr>
        <p:txBody>
          <a:bodyPr lIns="0" tIns="0" rIns="0" bIns="0" anchor="t">
            <a:noAutofit/>
          </a:bodyPr>
          <a:lstStyle/>
          <a:p>
            <a:pPr indent="0">
              <a:buNone/>
            </a:pPr>
            <a:r>
              <a:rPr lang="en-IN" sz="1800" b="0" strike="noStrike" spc="-1">
                <a:solidFill>
                  <a:srgbClr val="000000"/>
                </a:solidFill>
                <a:latin typeface="Calibri"/>
              </a:rPr>
              <a:t>Click to edit the title text format</a:t>
            </a:r>
          </a:p>
        </p:txBody>
      </p:sp>
      <p:sp>
        <p:nvSpPr>
          <p:cNvPr id="74" name="PlaceHolder 2"/>
          <p:cNvSpPr>
            <a:spLocks noGrp="1"/>
          </p:cNvSpPr>
          <p:nvPr>
            <p:ph type="ftr" idx="10"/>
          </p:nvPr>
        </p:nvSpPr>
        <p:spPr>
          <a:xfrm>
            <a:off x="4836240" y="18696960"/>
            <a:ext cx="4551480" cy="100476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75" name="PlaceHolder 3"/>
          <p:cNvSpPr>
            <a:spLocks noGrp="1"/>
          </p:cNvSpPr>
          <p:nvPr>
            <p:ph type="dt" idx="11"/>
          </p:nvPr>
        </p:nvSpPr>
        <p:spPr>
          <a:xfrm>
            <a:off x="711360" y="18696960"/>
            <a:ext cx="3271320" cy="1004760"/>
          </a:xfrm>
          <a:prstGeom prst="rect">
            <a:avLst/>
          </a:prstGeom>
          <a:noFill/>
          <a:ln w="0">
            <a:noFill/>
          </a:ln>
        </p:spPr>
        <p:txBody>
          <a:bodyPr lIns="0" tIns="0" rIns="0" bIns="0" anchor="t">
            <a:noAutofit/>
          </a:bodyPr>
          <a:lstStyle>
            <a:lvl1pPr indent="0">
              <a:lnSpc>
                <a:spcPct val="100000"/>
              </a:lnSpc>
              <a:buNone/>
              <a:defRPr lang="en-US" sz="1400" b="0" strike="noStrike" spc="-1">
                <a:solidFill>
                  <a:schemeClr val="dk1">
                    <a:tint val="75000"/>
                  </a:schemeClr>
                </a:solidFill>
                <a:latin typeface="Times New Roman"/>
              </a:defRPr>
            </a:lvl1pPr>
          </a:lstStyle>
          <a:p>
            <a:pPr indent="0">
              <a:lnSpc>
                <a:spcPct val="100000"/>
              </a:lnSpc>
              <a:buNone/>
            </a:pPr>
            <a:r>
              <a:rPr lang="en-US" sz="1400" b="0" strike="noStrike" spc="-1">
                <a:solidFill>
                  <a:schemeClr val="dk1">
                    <a:tint val="75000"/>
                  </a:schemeClr>
                </a:solidFill>
                <a:latin typeface="Times New Roman"/>
              </a:rPr>
              <a:t>&lt;date/time&gt;</a:t>
            </a:r>
            <a:endParaRPr lang="en-IN" sz="1400" b="0" strike="noStrike" spc="-1">
              <a:solidFill>
                <a:srgbClr val="000000"/>
              </a:solidFill>
              <a:latin typeface="Times New Roman"/>
            </a:endParaRPr>
          </a:p>
        </p:txBody>
      </p:sp>
      <p:sp>
        <p:nvSpPr>
          <p:cNvPr id="76" name="PlaceHolder 4"/>
          <p:cNvSpPr>
            <a:spLocks noGrp="1"/>
          </p:cNvSpPr>
          <p:nvPr>
            <p:ph type="sldNum" idx="12"/>
          </p:nvPr>
        </p:nvSpPr>
        <p:spPr>
          <a:xfrm>
            <a:off x="10241280" y="18696960"/>
            <a:ext cx="3271320" cy="1004760"/>
          </a:xfrm>
          <a:prstGeom prst="rect">
            <a:avLst/>
          </a:prstGeom>
          <a:noFill/>
          <a:ln w="0">
            <a:noFill/>
          </a:ln>
        </p:spPr>
        <p:txBody>
          <a:bodyPr lIns="0" tIns="0" rIns="0" bIns="0" anchor="t">
            <a:noAutofit/>
          </a:bodyPr>
          <a:lstStyle>
            <a:lvl1pPr indent="0" algn="r">
              <a:lnSpc>
                <a:spcPct val="100000"/>
              </a:lnSpc>
              <a:buNone/>
              <a:defRPr lang="en-IN" sz="1400" b="0" strike="noStrike" spc="-1">
                <a:solidFill>
                  <a:schemeClr val="dk1">
                    <a:tint val="75000"/>
                  </a:schemeClr>
                </a:solidFill>
                <a:latin typeface="Times New Roman"/>
              </a:defRPr>
            </a:lvl1pPr>
          </a:lstStyle>
          <a:p>
            <a:pPr indent="0" algn="r">
              <a:lnSpc>
                <a:spcPct val="100000"/>
              </a:lnSpc>
              <a:buNone/>
            </a:pPr>
            <a:fld id="{8008C719-F9B2-4B42-A4B7-3E82475B1372}" type="slidenum">
              <a:rPr lang="en-IN" sz="1400" b="0" strike="noStrike" spc="-1">
                <a:solidFill>
                  <a:schemeClr val="dk1">
                    <a:tint val="75000"/>
                  </a:schemeClr>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79" name="bg object 16"/>
          <p:cNvPicPr/>
          <p:nvPr/>
        </p:nvPicPr>
        <p:blipFill>
          <a:blip r:embed="rId3"/>
          <a:stretch/>
        </p:blipFill>
        <p:spPr>
          <a:xfrm>
            <a:off x="0" y="0"/>
            <a:ext cx="14220000" cy="20103120"/>
          </a:xfrm>
          <a:prstGeom prst="rect">
            <a:avLst/>
          </a:prstGeom>
          <a:ln w="0">
            <a:noFill/>
          </a:ln>
        </p:spPr>
      </p:pic>
      <p:sp>
        <p:nvSpPr>
          <p:cNvPr id="80" name="bg object 17"/>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1" name="bg object 18"/>
          <p:cNvSpPr/>
          <p:nvPr/>
        </p:nvSpPr>
        <p:spPr>
          <a:xfrm>
            <a:off x="296280" y="282600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2" name="bg object 19"/>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13548041" y="0"/>
                </a:moveTo>
                <a:lnTo>
                  <a:pt x="79448" y="0"/>
                </a:lnTo>
                <a:lnTo>
                  <a:pt x="48523" y="6240"/>
                </a:lnTo>
                <a:lnTo>
                  <a:pt x="23269" y="23263"/>
                </a:lnTo>
                <a:lnTo>
                  <a:pt x="6243" y="48518"/>
                </a:lnTo>
                <a:lnTo>
                  <a:pt x="0" y="79454"/>
                </a:lnTo>
                <a:lnTo>
                  <a:pt x="0" y="2166682"/>
                </a:lnTo>
                <a:lnTo>
                  <a:pt x="6243" y="2197593"/>
                </a:lnTo>
                <a:lnTo>
                  <a:pt x="23269" y="2222850"/>
                </a:lnTo>
                <a:lnTo>
                  <a:pt x="48523" y="2239887"/>
                </a:lnTo>
                <a:lnTo>
                  <a:pt x="79448" y="2246136"/>
                </a:lnTo>
                <a:lnTo>
                  <a:pt x="13548041" y="2246136"/>
                </a:lnTo>
                <a:lnTo>
                  <a:pt x="13578977" y="2239887"/>
                </a:lnTo>
                <a:lnTo>
                  <a:pt x="13604232" y="2222850"/>
                </a:lnTo>
                <a:lnTo>
                  <a:pt x="13621254" y="2197593"/>
                </a:lnTo>
                <a:lnTo>
                  <a:pt x="13627495" y="2166682"/>
                </a:lnTo>
                <a:lnTo>
                  <a:pt x="13627495" y="79454"/>
                </a:lnTo>
                <a:lnTo>
                  <a:pt x="13621254" y="48518"/>
                </a:lnTo>
                <a:lnTo>
                  <a:pt x="13604232" y="23263"/>
                </a:lnTo>
                <a:lnTo>
                  <a:pt x="13578977" y="6240"/>
                </a:lnTo>
                <a:lnTo>
                  <a:pt x="1354804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3" name="bg object 20"/>
          <p:cNvSpPr/>
          <p:nvPr/>
        </p:nvSpPr>
        <p:spPr>
          <a:xfrm>
            <a:off x="296280" y="283320"/>
            <a:ext cx="13627440" cy="2246400"/>
          </a:xfrm>
          <a:custGeom>
            <a:avLst/>
            <a:gdLst>
              <a:gd name="textAreaLeft" fmla="*/ 0 w 13627440"/>
              <a:gd name="textAreaRight" fmla="*/ 13627800 w 13627440"/>
              <a:gd name="textAreaTop" fmla="*/ 0 h 2246400"/>
              <a:gd name="textAreaBottom" fmla="*/ 2246760 h 2246400"/>
            </a:gdLst>
            <a:ahLst/>
            <a:cxnLst/>
            <a:rect l="textAreaLeft" t="textAreaTop" r="textAreaRight" b="textAreaBottom"/>
            <a:pathLst>
              <a:path w="13627735" h="2246630">
                <a:moveTo>
                  <a:pt x="0" y="79454"/>
                </a:moveTo>
                <a:lnTo>
                  <a:pt x="6243" y="48518"/>
                </a:lnTo>
                <a:lnTo>
                  <a:pt x="23269" y="23263"/>
                </a:lnTo>
                <a:lnTo>
                  <a:pt x="48523" y="6240"/>
                </a:lnTo>
                <a:lnTo>
                  <a:pt x="79448" y="0"/>
                </a:lnTo>
                <a:lnTo>
                  <a:pt x="13548041" y="0"/>
                </a:lnTo>
                <a:lnTo>
                  <a:pt x="13578977" y="6240"/>
                </a:lnTo>
                <a:lnTo>
                  <a:pt x="13604232" y="23263"/>
                </a:lnTo>
                <a:lnTo>
                  <a:pt x="13621254" y="48518"/>
                </a:lnTo>
                <a:lnTo>
                  <a:pt x="13627495" y="79454"/>
                </a:lnTo>
                <a:lnTo>
                  <a:pt x="13627495" y="2166682"/>
                </a:lnTo>
                <a:lnTo>
                  <a:pt x="13621254" y="2197593"/>
                </a:lnTo>
                <a:lnTo>
                  <a:pt x="13604232" y="2222850"/>
                </a:lnTo>
                <a:lnTo>
                  <a:pt x="13578977" y="2239887"/>
                </a:lnTo>
                <a:lnTo>
                  <a:pt x="13548041" y="2246136"/>
                </a:lnTo>
                <a:lnTo>
                  <a:pt x="79448" y="2246136"/>
                </a:lnTo>
                <a:lnTo>
                  <a:pt x="48523" y="2239887"/>
                </a:lnTo>
                <a:lnTo>
                  <a:pt x="23269" y="2222850"/>
                </a:lnTo>
                <a:lnTo>
                  <a:pt x="6243" y="2197593"/>
                </a:lnTo>
                <a:lnTo>
                  <a:pt x="0" y="2166682"/>
                </a:lnTo>
                <a:lnTo>
                  <a:pt x="0" y="7945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4" name="bg object 21"/>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13533069" y="0"/>
                </a:moveTo>
                <a:lnTo>
                  <a:pt x="94396" y="0"/>
                </a:lnTo>
                <a:lnTo>
                  <a:pt x="57653" y="7422"/>
                </a:lnTo>
                <a:lnTo>
                  <a:pt x="27647" y="27662"/>
                </a:lnTo>
                <a:lnTo>
                  <a:pt x="7418" y="57678"/>
                </a:lnTo>
                <a:lnTo>
                  <a:pt x="0" y="94426"/>
                </a:lnTo>
                <a:lnTo>
                  <a:pt x="0" y="1563371"/>
                </a:lnTo>
                <a:lnTo>
                  <a:pt x="7418" y="1600114"/>
                </a:lnTo>
                <a:lnTo>
                  <a:pt x="27647" y="1630117"/>
                </a:lnTo>
                <a:lnTo>
                  <a:pt x="57653" y="1650345"/>
                </a:lnTo>
                <a:lnTo>
                  <a:pt x="94396" y="1657762"/>
                </a:lnTo>
                <a:lnTo>
                  <a:pt x="13533069" y="1657762"/>
                </a:lnTo>
                <a:lnTo>
                  <a:pt x="13569817" y="1650345"/>
                </a:lnTo>
                <a:lnTo>
                  <a:pt x="13599832" y="1630117"/>
                </a:lnTo>
                <a:lnTo>
                  <a:pt x="13620073" y="1600114"/>
                </a:lnTo>
                <a:lnTo>
                  <a:pt x="13627495" y="1563371"/>
                </a:lnTo>
                <a:lnTo>
                  <a:pt x="13627495" y="94426"/>
                </a:lnTo>
                <a:lnTo>
                  <a:pt x="13620073" y="57678"/>
                </a:lnTo>
                <a:lnTo>
                  <a:pt x="13599832" y="27662"/>
                </a:lnTo>
                <a:lnTo>
                  <a:pt x="13569817" y="7422"/>
                </a:lnTo>
                <a:lnTo>
                  <a:pt x="1353306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5" name="bg object 22"/>
          <p:cNvSpPr/>
          <p:nvPr/>
        </p:nvSpPr>
        <p:spPr>
          <a:xfrm>
            <a:off x="296280" y="18063360"/>
            <a:ext cx="13627440" cy="1657800"/>
          </a:xfrm>
          <a:custGeom>
            <a:avLst/>
            <a:gdLst>
              <a:gd name="textAreaLeft" fmla="*/ 0 w 13627440"/>
              <a:gd name="textAreaRight" fmla="*/ 13627800 w 13627440"/>
              <a:gd name="textAreaTop" fmla="*/ 0 h 1657800"/>
              <a:gd name="textAreaBottom" fmla="*/ 1658160 h 1657800"/>
            </a:gdLst>
            <a:ahLst/>
            <a:cxnLst/>
            <a:rect l="textAreaLeft" t="textAreaTop" r="textAreaRight" b="textAreaBottom"/>
            <a:pathLst>
              <a:path w="13627735" h="1657984">
                <a:moveTo>
                  <a:pt x="0" y="94426"/>
                </a:moveTo>
                <a:lnTo>
                  <a:pt x="7418" y="57678"/>
                </a:lnTo>
                <a:lnTo>
                  <a:pt x="27647" y="27662"/>
                </a:lnTo>
                <a:lnTo>
                  <a:pt x="57653" y="7422"/>
                </a:lnTo>
                <a:lnTo>
                  <a:pt x="94396" y="0"/>
                </a:lnTo>
                <a:lnTo>
                  <a:pt x="13533069" y="0"/>
                </a:lnTo>
                <a:lnTo>
                  <a:pt x="13569817" y="7422"/>
                </a:lnTo>
                <a:lnTo>
                  <a:pt x="13599832" y="27662"/>
                </a:lnTo>
                <a:lnTo>
                  <a:pt x="13620073" y="57678"/>
                </a:lnTo>
                <a:lnTo>
                  <a:pt x="13627495" y="94426"/>
                </a:lnTo>
                <a:lnTo>
                  <a:pt x="13627495" y="1563371"/>
                </a:lnTo>
                <a:lnTo>
                  <a:pt x="13620073" y="1600114"/>
                </a:lnTo>
                <a:lnTo>
                  <a:pt x="13599832" y="1630117"/>
                </a:lnTo>
                <a:lnTo>
                  <a:pt x="13569817" y="1650345"/>
                </a:lnTo>
                <a:lnTo>
                  <a:pt x="13533069" y="1657762"/>
                </a:lnTo>
                <a:lnTo>
                  <a:pt x="94396" y="1657762"/>
                </a:lnTo>
                <a:lnTo>
                  <a:pt x="57653" y="1650345"/>
                </a:lnTo>
                <a:lnTo>
                  <a:pt x="27647" y="1630117"/>
                </a:lnTo>
                <a:lnTo>
                  <a:pt x="7418" y="1600114"/>
                </a:lnTo>
                <a:lnTo>
                  <a:pt x="0" y="1563371"/>
                </a:lnTo>
                <a:lnTo>
                  <a:pt x="0" y="94426"/>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86" name="bg object 23"/>
          <p:cNvPicPr/>
          <p:nvPr/>
        </p:nvPicPr>
        <p:blipFill>
          <a:blip r:embed="rId4"/>
          <a:stretch/>
        </p:blipFill>
        <p:spPr>
          <a:xfrm>
            <a:off x="472320" y="772920"/>
            <a:ext cx="2598120" cy="1438200"/>
          </a:xfrm>
          <a:prstGeom prst="rect">
            <a:avLst/>
          </a:prstGeom>
          <a:ln w="0">
            <a:noFill/>
          </a:ln>
        </p:spPr>
      </p:pic>
      <p:sp>
        <p:nvSpPr>
          <p:cNvPr id="87" name="bg object 24"/>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13558301" y="0"/>
                </a:moveTo>
                <a:lnTo>
                  <a:pt x="69194" y="0"/>
                </a:lnTo>
                <a:lnTo>
                  <a:pt x="42262" y="5443"/>
                </a:lnTo>
                <a:lnTo>
                  <a:pt x="20267" y="20281"/>
                </a:lnTo>
                <a:lnTo>
                  <a:pt x="5438" y="42277"/>
                </a:lnTo>
                <a:lnTo>
                  <a:pt x="0" y="69194"/>
                </a:lnTo>
                <a:lnTo>
                  <a:pt x="0" y="4706537"/>
                </a:lnTo>
                <a:lnTo>
                  <a:pt x="5438" y="4733454"/>
                </a:lnTo>
                <a:lnTo>
                  <a:pt x="20267" y="4755450"/>
                </a:lnTo>
                <a:lnTo>
                  <a:pt x="42262" y="4770288"/>
                </a:lnTo>
                <a:lnTo>
                  <a:pt x="69194" y="4775731"/>
                </a:lnTo>
                <a:lnTo>
                  <a:pt x="13558301" y="4775731"/>
                </a:lnTo>
                <a:lnTo>
                  <a:pt x="13585243" y="4770288"/>
                </a:lnTo>
                <a:lnTo>
                  <a:pt x="13607236" y="4755450"/>
                </a:lnTo>
                <a:lnTo>
                  <a:pt x="13622061" y="4733454"/>
                </a:lnTo>
                <a:lnTo>
                  <a:pt x="13627495" y="4706537"/>
                </a:lnTo>
                <a:lnTo>
                  <a:pt x="13627495" y="69194"/>
                </a:lnTo>
                <a:lnTo>
                  <a:pt x="13622061" y="42277"/>
                </a:lnTo>
                <a:lnTo>
                  <a:pt x="13607236" y="20281"/>
                </a:lnTo>
                <a:lnTo>
                  <a:pt x="13585243" y="5443"/>
                </a:lnTo>
                <a:lnTo>
                  <a:pt x="1355830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8" name="bg object 25"/>
          <p:cNvSpPr/>
          <p:nvPr/>
        </p:nvSpPr>
        <p:spPr>
          <a:xfrm>
            <a:off x="296280" y="7898040"/>
            <a:ext cx="13627440" cy="4775400"/>
          </a:xfrm>
          <a:custGeom>
            <a:avLst/>
            <a:gdLst>
              <a:gd name="textAreaLeft" fmla="*/ 0 w 13627440"/>
              <a:gd name="textAreaRight" fmla="*/ 13627800 w 13627440"/>
              <a:gd name="textAreaTop" fmla="*/ 0 h 4775400"/>
              <a:gd name="textAreaBottom" fmla="*/ 4775760 h 4775400"/>
            </a:gdLst>
            <a:ahLst/>
            <a:cxnLst/>
            <a:rect l="textAreaLeft" t="textAreaTop" r="textAreaRight" b="textAreaBottom"/>
            <a:pathLst>
              <a:path w="13627735" h="4775834">
                <a:moveTo>
                  <a:pt x="0" y="69194"/>
                </a:moveTo>
                <a:lnTo>
                  <a:pt x="5438" y="42277"/>
                </a:lnTo>
                <a:lnTo>
                  <a:pt x="20267" y="20281"/>
                </a:lnTo>
                <a:lnTo>
                  <a:pt x="42262" y="5443"/>
                </a:lnTo>
                <a:lnTo>
                  <a:pt x="69194" y="0"/>
                </a:lnTo>
                <a:lnTo>
                  <a:pt x="13558301" y="0"/>
                </a:lnTo>
                <a:lnTo>
                  <a:pt x="13585243" y="5443"/>
                </a:lnTo>
                <a:lnTo>
                  <a:pt x="13607236" y="20281"/>
                </a:lnTo>
                <a:lnTo>
                  <a:pt x="13622061" y="42277"/>
                </a:lnTo>
                <a:lnTo>
                  <a:pt x="13627495" y="69194"/>
                </a:lnTo>
                <a:lnTo>
                  <a:pt x="13627495" y="4706537"/>
                </a:lnTo>
                <a:lnTo>
                  <a:pt x="13622061" y="4733454"/>
                </a:lnTo>
                <a:lnTo>
                  <a:pt x="13607236" y="4755450"/>
                </a:lnTo>
                <a:lnTo>
                  <a:pt x="13585243" y="4770288"/>
                </a:lnTo>
                <a:lnTo>
                  <a:pt x="13558301" y="4775731"/>
                </a:lnTo>
                <a:lnTo>
                  <a:pt x="69194" y="4775731"/>
                </a:lnTo>
                <a:lnTo>
                  <a:pt x="42262" y="4770288"/>
                </a:lnTo>
                <a:lnTo>
                  <a:pt x="20267" y="4755450"/>
                </a:lnTo>
                <a:lnTo>
                  <a:pt x="5438" y="4733454"/>
                </a:lnTo>
                <a:lnTo>
                  <a:pt x="0" y="4706537"/>
                </a:lnTo>
                <a:lnTo>
                  <a:pt x="0" y="69194"/>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89" name="bg object 26"/>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13557943" y="0"/>
                </a:moveTo>
                <a:lnTo>
                  <a:pt x="69570" y="0"/>
                </a:lnTo>
                <a:lnTo>
                  <a:pt x="42491" y="5466"/>
                </a:lnTo>
                <a:lnTo>
                  <a:pt x="20377" y="20378"/>
                </a:lnTo>
                <a:lnTo>
                  <a:pt x="5467" y="42503"/>
                </a:lnTo>
                <a:lnTo>
                  <a:pt x="0" y="69612"/>
                </a:lnTo>
                <a:lnTo>
                  <a:pt x="0" y="4731888"/>
                </a:lnTo>
                <a:lnTo>
                  <a:pt x="5467" y="4758971"/>
                </a:lnTo>
                <a:lnTo>
                  <a:pt x="20377" y="4781100"/>
                </a:lnTo>
                <a:lnTo>
                  <a:pt x="42491" y="4796025"/>
                </a:lnTo>
                <a:lnTo>
                  <a:pt x="69570" y="4801500"/>
                </a:lnTo>
                <a:lnTo>
                  <a:pt x="13557943" y="4801500"/>
                </a:lnTo>
                <a:lnTo>
                  <a:pt x="13585017" y="4796025"/>
                </a:lnTo>
                <a:lnTo>
                  <a:pt x="13607125" y="4781100"/>
                </a:lnTo>
                <a:lnTo>
                  <a:pt x="13622030" y="4758971"/>
                </a:lnTo>
                <a:lnTo>
                  <a:pt x="13627495" y="4731888"/>
                </a:lnTo>
                <a:lnTo>
                  <a:pt x="13627495" y="69612"/>
                </a:lnTo>
                <a:lnTo>
                  <a:pt x="13622030" y="42503"/>
                </a:lnTo>
                <a:lnTo>
                  <a:pt x="13607125" y="20378"/>
                </a:lnTo>
                <a:lnTo>
                  <a:pt x="13585017" y="5466"/>
                </a:lnTo>
                <a:lnTo>
                  <a:pt x="13557943"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90" name="bg object 27"/>
          <p:cNvSpPr/>
          <p:nvPr/>
        </p:nvSpPr>
        <p:spPr>
          <a:xfrm>
            <a:off x="296280" y="12970080"/>
            <a:ext cx="13627440" cy="4801680"/>
          </a:xfrm>
          <a:custGeom>
            <a:avLst/>
            <a:gdLst>
              <a:gd name="textAreaLeft" fmla="*/ 0 w 13627440"/>
              <a:gd name="textAreaRight" fmla="*/ 13627800 w 13627440"/>
              <a:gd name="textAreaTop" fmla="*/ 0 h 4801680"/>
              <a:gd name="textAreaBottom" fmla="*/ 4802040 h 4801680"/>
            </a:gdLst>
            <a:ahLst/>
            <a:cxnLst/>
            <a:rect l="textAreaLeft" t="textAreaTop" r="textAreaRight" b="textAreaBottom"/>
            <a:pathLst>
              <a:path w="13627735" h="4801869">
                <a:moveTo>
                  <a:pt x="0" y="69612"/>
                </a:moveTo>
                <a:lnTo>
                  <a:pt x="5467" y="42503"/>
                </a:lnTo>
                <a:lnTo>
                  <a:pt x="20377" y="20378"/>
                </a:lnTo>
                <a:lnTo>
                  <a:pt x="42491" y="5466"/>
                </a:lnTo>
                <a:lnTo>
                  <a:pt x="69570" y="0"/>
                </a:lnTo>
                <a:lnTo>
                  <a:pt x="13557943" y="0"/>
                </a:lnTo>
                <a:lnTo>
                  <a:pt x="13585017" y="5466"/>
                </a:lnTo>
                <a:lnTo>
                  <a:pt x="13607125" y="20378"/>
                </a:lnTo>
                <a:lnTo>
                  <a:pt x="13622030" y="42503"/>
                </a:lnTo>
                <a:lnTo>
                  <a:pt x="13627495" y="69612"/>
                </a:lnTo>
                <a:lnTo>
                  <a:pt x="13627495" y="4731888"/>
                </a:lnTo>
                <a:lnTo>
                  <a:pt x="13622030" y="4758971"/>
                </a:lnTo>
                <a:lnTo>
                  <a:pt x="13607125" y="4781100"/>
                </a:lnTo>
                <a:lnTo>
                  <a:pt x="13585017" y="4796025"/>
                </a:lnTo>
                <a:lnTo>
                  <a:pt x="13557943" y="4801500"/>
                </a:lnTo>
                <a:lnTo>
                  <a:pt x="69570" y="4801500"/>
                </a:lnTo>
                <a:lnTo>
                  <a:pt x="42491" y="4796025"/>
                </a:lnTo>
                <a:lnTo>
                  <a:pt x="20377" y="4781100"/>
                </a:lnTo>
                <a:lnTo>
                  <a:pt x="5467" y="4758971"/>
                </a:lnTo>
                <a:lnTo>
                  <a:pt x="0" y="4731888"/>
                </a:lnTo>
                <a:lnTo>
                  <a:pt x="0" y="69612"/>
                </a:lnTo>
                <a:close/>
              </a:path>
            </a:pathLst>
          </a:custGeom>
          <a:noFill/>
          <a:ln w="25352">
            <a:solidFill>
              <a:srgbClr val="4E5B6E"/>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pic>
        <p:nvPicPr>
          <p:cNvPr id="91" name="bg object 28"/>
          <p:cNvPicPr/>
          <p:nvPr/>
        </p:nvPicPr>
        <p:blipFill>
          <a:blip r:embed="rId5"/>
          <a:stretch/>
        </p:blipFill>
        <p:spPr>
          <a:xfrm>
            <a:off x="11346840" y="772920"/>
            <a:ext cx="2400480" cy="1438200"/>
          </a:xfrm>
          <a:prstGeom prst="rect">
            <a:avLst/>
          </a:prstGeom>
          <a:ln w="0">
            <a:noFill/>
          </a:ln>
        </p:spPr>
      </p:pic>
      <p:sp>
        <p:nvSpPr>
          <p:cNvPr id="92" name="PlaceHolder 1"/>
          <p:cNvSpPr>
            <a:spLocks noGrp="1"/>
          </p:cNvSpPr>
          <p:nvPr>
            <p:ph type="ftr" idx="13"/>
          </p:nvPr>
        </p:nvSpPr>
        <p:spPr>
          <a:xfrm>
            <a:off x="4836240" y="18696960"/>
            <a:ext cx="4551480" cy="1004760"/>
          </a:xfrm>
          <a:prstGeom prst="rect">
            <a:avLst/>
          </a:prstGeom>
          <a:noFill/>
          <a:ln w="0">
            <a:noFill/>
          </a:ln>
        </p:spPr>
        <p:txBody>
          <a:bodyPr lIns="0" tIns="0" rIns="0" bIns="0" anchor="t">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93" name="PlaceHolder 2"/>
          <p:cNvSpPr>
            <a:spLocks noGrp="1"/>
          </p:cNvSpPr>
          <p:nvPr>
            <p:ph type="dt" idx="14"/>
          </p:nvPr>
        </p:nvSpPr>
        <p:spPr>
          <a:xfrm>
            <a:off x="711360" y="18696960"/>
            <a:ext cx="3271320" cy="1004760"/>
          </a:xfrm>
          <a:prstGeom prst="rect">
            <a:avLst/>
          </a:prstGeom>
          <a:noFill/>
          <a:ln w="0">
            <a:noFill/>
          </a:ln>
        </p:spPr>
        <p:txBody>
          <a:bodyPr lIns="0" tIns="0" rIns="0" bIns="0" anchor="t">
            <a:noAutofit/>
          </a:bodyPr>
          <a:lstStyle>
            <a:lvl1pPr indent="0">
              <a:lnSpc>
                <a:spcPct val="100000"/>
              </a:lnSpc>
              <a:buNone/>
              <a:defRPr lang="en-US" sz="1400" b="0" strike="noStrike" spc="-1">
                <a:solidFill>
                  <a:schemeClr val="dk1">
                    <a:tint val="75000"/>
                  </a:schemeClr>
                </a:solidFill>
                <a:latin typeface="Times New Roman"/>
              </a:defRPr>
            </a:lvl1pPr>
          </a:lstStyle>
          <a:p>
            <a:pPr indent="0">
              <a:lnSpc>
                <a:spcPct val="100000"/>
              </a:lnSpc>
              <a:buNone/>
            </a:pPr>
            <a:r>
              <a:rPr lang="en-US" sz="1400" b="0" strike="noStrike" spc="-1">
                <a:solidFill>
                  <a:schemeClr val="dk1">
                    <a:tint val="75000"/>
                  </a:schemeClr>
                </a:solidFill>
                <a:latin typeface="Times New Roman"/>
              </a:rPr>
              <a:t>&lt;date/time&gt;</a:t>
            </a:r>
            <a:endParaRPr lang="en-IN" sz="1400" b="0" strike="noStrike" spc="-1">
              <a:solidFill>
                <a:srgbClr val="000000"/>
              </a:solidFill>
              <a:latin typeface="Times New Roman"/>
            </a:endParaRPr>
          </a:p>
        </p:txBody>
      </p:sp>
      <p:sp>
        <p:nvSpPr>
          <p:cNvPr id="94" name="PlaceHolder 3"/>
          <p:cNvSpPr>
            <a:spLocks noGrp="1"/>
          </p:cNvSpPr>
          <p:nvPr>
            <p:ph type="sldNum" idx="15"/>
          </p:nvPr>
        </p:nvSpPr>
        <p:spPr>
          <a:xfrm>
            <a:off x="10241280" y="18696960"/>
            <a:ext cx="3271320" cy="1004760"/>
          </a:xfrm>
          <a:prstGeom prst="rect">
            <a:avLst/>
          </a:prstGeom>
          <a:noFill/>
          <a:ln w="0">
            <a:noFill/>
          </a:ln>
        </p:spPr>
        <p:txBody>
          <a:bodyPr lIns="0" tIns="0" rIns="0" bIns="0" anchor="t">
            <a:noAutofit/>
          </a:bodyPr>
          <a:lstStyle>
            <a:lvl1pPr indent="0" algn="r">
              <a:lnSpc>
                <a:spcPct val="100000"/>
              </a:lnSpc>
              <a:buNone/>
              <a:defRPr lang="en-IN" sz="1400" b="0" strike="noStrike" spc="-1">
                <a:solidFill>
                  <a:schemeClr val="dk1">
                    <a:tint val="75000"/>
                  </a:schemeClr>
                </a:solidFill>
                <a:latin typeface="Times New Roman"/>
              </a:defRPr>
            </a:lvl1pPr>
          </a:lstStyle>
          <a:p>
            <a:pPr indent="0" algn="r">
              <a:lnSpc>
                <a:spcPct val="100000"/>
              </a:lnSpc>
              <a:buNone/>
            </a:pPr>
            <a:fld id="{8DC31D23-27DB-4ECD-9DE5-6FC02E20D5DF}" type="slidenum">
              <a:rPr lang="en-IN" sz="1400" b="0" strike="noStrike" spc="-1">
                <a:solidFill>
                  <a:schemeClr val="dk1">
                    <a:tint val="75000"/>
                  </a:schemeClr>
                </a:solidFill>
                <a:latin typeface="Times New Roman"/>
              </a:rPr>
              <a:t>‹#›</a:t>
            </a:fld>
            <a:endParaRPr lang="en-IN" sz="1400" b="0" strike="noStrike" spc="-1">
              <a:solidFill>
                <a:srgbClr val="000000"/>
              </a:solidFill>
              <a:latin typeface="Times New Roman"/>
            </a:endParaRPr>
          </a:p>
        </p:txBody>
      </p:sp>
      <p:sp>
        <p:nvSpPr>
          <p:cNvPr id="95" name="PlaceHolder 4"/>
          <p:cNvSpPr>
            <a:spLocks noGrp="1"/>
          </p:cNvSpPr>
          <p:nvPr>
            <p:ph type="title"/>
          </p:nvPr>
        </p:nvSpPr>
        <p:spPr>
          <a:xfrm>
            <a:off x="711000" y="802080"/>
            <a:ext cx="12800880" cy="3357000"/>
          </a:xfrm>
          <a:prstGeom prst="rect">
            <a:avLst/>
          </a:prstGeom>
          <a:noFill/>
          <a:ln w="0">
            <a:noFill/>
          </a:ln>
        </p:spPr>
        <p:txBody>
          <a:bodyPr lIns="0" tIns="0" rIns="0" bIns="0" anchor="ctr">
            <a:noAutofit/>
          </a:bodyPr>
          <a:lstStyle/>
          <a:p>
            <a:pPr indent="0" algn="ctr">
              <a:buNone/>
            </a:pPr>
            <a:r>
              <a:rPr lang="en-IN" sz="1800" b="0" strike="noStrike" spc="-1">
                <a:solidFill>
                  <a:srgbClr val="000000"/>
                </a:solidFill>
                <a:latin typeface="Calibri"/>
              </a:rPr>
              <a:t>Click to edit the title text format</a:t>
            </a:r>
          </a:p>
        </p:txBody>
      </p:sp>
      <p:sp>
        <p:nvSpPr>
          <p:cNvPr id="96" name="PlaceHolder 5"/>
          <p:cNvSpPr>
            <a:spLocks noGrp="1"/>
          </p:cNvSpPr>
          <p:nvPr>
            <p:ph type="body"/>
          </p:nvPr>
        </p:nvSpPr>
        <p:spPr>
          <a:xfrm>
            <a:off x="711000" y="4704120"/>
            <a:ext cx="12800880" cy="116600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hyperlink" Target="mailto:24B1A7757@cvr.ac.in" TargetMode="Externa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object 9"/>
          <p:cNvSpPr/>
          <p:nvPr/>
        </p:nvSpPr>
        <p:spPr>
          <a:xfrm>
            <a:off x="385560" y="2774160"/>
            <a:ext cx="6534360" cy="447840"/>
          </a:xfrm>
          <a:prstGeom prst="rect">
            <a:avLst/>
          </a:prstGeom>
          <a:noFill/>
          <a:ln w="0">
            <a:noFill/>
          </a:ln>
        </p:spPr>
        <p:style>
          <a:lnRef idx="0">
            <a:scrgbClr r="0" g="0" b="0"/>
          </a:lnRef>
          <a:fillRef idx="0">
            <a:scrgbClr r="0" g="0" b="0"/>
          </a:fillRef>
          <a:effectRef idx="0">
            <a:scrgbClr r="0" g="0" b="0"/>
          </a:effectRef>
          <a:fontRef idx="minor"/>
        </p:style>
        <p:txBody>
          <a:bodyPr lIns="0" tIns="158760" rIns="0" bIns="0" anchor="t">
            <a:spAutoFit/>
          </a:bodyPr>
          <a:lstStyle/>
          <a:p>
            <a:pPr marL="8280" algn="ctr">
              <a:lnSpc>
                <a:spcPct val="100000"/>
              </a:lnSpc>
              <a:spcBef>
                <a:spcPts val="1250"/>
              </a:spcBef>
            </a:pPr>
            <a:r>
              <a:rPr lang="en-IN" sz="1900" b="1" u="sng" strike="noStrike" spc="-12">
                <a:solidFill>
                  <a:srgbClr val="2C3E70"/>
                </a:solidFill>
                <a:uFill>
                  <a:solidFill>
                    <a:srgbClr val="2C3E70"/>
                  </a:solidFill>
                </a:uFill>
                <a:latin typeface="Calibri"/>
              </a:rPr>
              <a:t>Problem</a:t>
            </a:r>
            <a:r>
              <a:rPr lang="en-IN" sz="1900" b="1" u="sng" strike="noStrike" spc="-86">
                <a:solidFill>
                  <a:srgbClr val="2C3E70"/>
                </a:solidFill>
                <a:uFill>
                  <a:solidFill>
                    <a:srgbClr val="2C3E70"/>
                  </a:solidFill>
                </a:uFill>
                <a:latin typeface="Calibri"/>
              </a:rPr>
              <a:t> </a:t>
            </a:r>
            <a:r>
              <a:rPr lang="en-IN" sz="1900" b="1" u="sng" strike="noStrike" spc="-12">
                <a:solidFill>
                  <a:srgbClr val="2C3E70"/>
                </a:solidFill>
                <a:uFill>
                  <a:solidFill>
                    <a:srgbClr val="2C3E70"/>
                  </a:solidFill>
                </a:uFill>
                <a:latin typeface="Calibri"/>
              </a:rPr>
              <a:t>Statement/Introduction</a:t>
            </a:r>
            <a:endParaRPr lang="en-IN" sz="1900" b="0" strike="noStrike" spc="-1">
              <a:solidFill>
                <a:srgbClr val="000000"/>
              </a:solidFill>
              <a:latin typeface="Arial"/>
            </a:endParaRPr>
          </a:p>
        </p:txBody>
      </p:sp>
      <p:sp>
        <p:nvSpPr>
          <p:cNvPr id="100" name="object 10"/>
          <p:cNvSpPr/>
          <p:nvPr/>
        </p:nvSpPr>
        <p:spPr>
          <a:xfrm>
            <a:off x="2009160" y="7994520"/>
            <a:ext cx="3294720" cy="590760"/>
          </a:xfrm>
          <a:prstGeom prst="rect">
            <a:avLst/>
          </a:prstGeom>
          <a:noFill/>
          <a:ln w="0">
            <a:noFill/>
          </a:ln>
        </p:spPr>
        <p:style>
          <a:lnRef idx="0">
            <a:scrgbClr r="0" g="0" b="0"/>
          </a:lnRef>
          <a:fillRef idx="0">
            <a:scrgbClr r="0" g="0" b="0"/>
          </a:fillRef>
          <a:effectRef idx="0">
            <a:scrgbClr r="0" g="0" b="0"/>
          </a:effectRef>
          <a:fontRef idx="minor"/>
        </p:style>
        <p:txBody>
          <a:bodyPr lIns="0" tIns="12240" rIns="0" bIns="0" anchor="t">
            <a:spAutoFit/>
          </a:bodyPr>
          <a:lstStyle/>
          <a:p>
            <a:pPr marL="12600">
              <a:lnSpc>
                <a:spcPct val="100000"/>
              </a:lnSpc>
              <a:spcBef>
                <a:spcPts val="96"/>
              </a:spcBef>
            </a:pPr>
            <a:r>
              <a:rPr lang="en-IN" sz="1900" b="1" u="sng" strike="noStrike" spc="-21">
                <a:solidFill>
                  <a:srgbClr val="2C3E70"/>
                </a:solidFill>
                <a:uFill>
                  <a:solidFill>
                    <a:srgbClr val="2C3E70"/>
                  </a:solidFill>
                </a:uFill>
                <a:latin typeface="Calibri"/>
              </a:rPr>
              <a:t>Implementation</a:t>
            </a:r>
            <a:r>
              <a:rPr lang="en-IN" sz="1900" b="1" u="sng" strike="noStrike" spc="-35">
                <a:solidFill>
                  <a:srgbClr val="2C3E70"/>
                </a:solidFill>
                <a:uFill>
                  <a:solidFill>
                    <a:srgbClr val="2C3E70"/>
                  </a:solidFill>
                </a:uFill>
                <a:latin typeface="Calibri"/>
              </a:rPr>
              <a:t> </a:t>
            </a:r>
            <a:r>
              <a:rPr lang="en-IN" sz="1900" b="1" u="sng" strike="noStrike" spc="-12">
                <a:solidFill>
                  <a:srgbClr val="2C3E70"/>
                </a:solidFill>
                <a:uFill>
                  <a:solidFill>
                    <a:srgbClr val="2C3E70"/>
                  </a:solidFill>
                </a:uFill>
                <a:latin typeface="Calibri"/>
              </a:rPr>
              <a:t>Details/Diagram</a:t>
            </a:r>
            <a:endParaRPr lang="en-IN" sz="1900" b="0" strike="noStrike" spc="-1">
              <a:solidFill>
                <a:srgbClr val="000000"/>
              </a:solidFill>
              <a:latin typeface="Arial"/>
            </a:endParaRPr>
          </a:p>
        </p:txBody>
      </p:sp>
      <p:sp>
        <p:nvSpPr>
          <p:cNvPr id="101" name="object 11"/>
          <p:cNvSpPr/>
          <p:nvPr/>
        </p:nvSpPr>
        <p:spPr>
          <a:xfrm>
            <a:off x="8777520" y="8005320"/>
            <a:ext cx="3580560" cy="590040"/>
          </a:xfrm>
          <a:prstGeom prst="rect">
            <a:avLst/>
          </a:prstGeom>
          <a:noFill/>
          <a:ln w="0">
            <a:noFill/>
          </a:ln>
        </p:spPr>
        <p:style>
          <a:lnRef idx="0">
            <a:scrgbClr r="0" g="0" b="0"/>
          </a:lnRef>
          <a:fillRef idx="0">
            <a:scrgbClr r="0" g="0" b="0"/>
          </a:fillRef>
          <a:effectRef idx="0">
            <a:scrgbClr r="0" g="0" b="0"/>
          </a:effectRef>
          <a:fontRef idx="minor"/>
        </p:style>
        <p:txBody>
          <a:bodyPr lIns="0" tIns="11520" rIns="0" bIns="0" anchor="t">
            <a:spAutoFit/>
          </a:bodyPr>
          <a:lstStyle/>
          <a:p>
            <a:pPr marL="12600">
              <a:lnSpc>
                <a:spcPct val="100000"/>
              </a:lnSpc>
              <a:spcBef>
                <a:spcPts val="91"/>
              </a:spcBef>
            </a:pPr>
            <a:r>
              <a:rPr lang="en-IN" sz="1900" b="1" u="sng" strike="noStrike" spc="-12">
                <a:solidFill>
                  <a:srgbClr val="2C3E70"/>
                </a:solidFill>
                <a:uFill>
                  <a:solidFill>
                    <a:srgbClr val="2C3E70"/>
                  </a:solidFill>
                </a:uFill>
                <a:latin typeface="Calibri"/>
              </a:rPr>
              <a:t>Implementation</a:t>
            </a:r>
            <a:r>
              <a:rPr lang="en-IN" sz="1900" b="1" u="sng" strike="noStrike" spc="307">
                <a:solidFill>
                  <a:srgbClr val="2C3E70"/>
                </a:solidFill>
                <a:uFill>
                  <a:solidFill>
                    <a:srgbClr val="2C3E70"/>
                  </a:solidFill>
                </a:uFill>
                <a:latin typeface="Calibri"/>
              </a:rPr>
              <a:t> </a:t>
            </a:r>
            <a:r>
              <a:rPr lang="en-IN" sz="1900" b="1" u="sng" strike="noStrike" spc="-21">
                <a:solidFill>
                  <a:srgbClr val="2C3E70"/>
                </a:solidFill>
                <a:uFill>
                  <a:solidFill>
                    <a:srgbClr val="2C3E70"/>
                  </a:solidFill>
                </a:uFill>
                <a:latin typeface="Calibri"/>
              </a:rPr>
              <a:t>Details/Flow</a:t>
            </a:r>
            <a:r>
              <a:rPr lang="en-IN" sz="1900" b="1" u="sng" strike="noStrike" spc="-92">
                <a:solidFill>
                  <a:srgbClr val="2C3E70"/>
                </a:solidFill>
                <a:uFill>
                  <a:solidFill>
                    <a:srgbClr val="2C3E70"/>
                  </a:solidFill>
                </a:uFill>
                <a:latin typeface="Calibri"/>
              </a:rPr>
              <a:t> </a:t>
            </a:r>
            <a:r>
              <a:rPr lang="en-IN" sz="1900" b="1" u="sng" strike="noStrike" spc="-12">
                <a:solidFill>
                  <a:srgbClr val="2C3E70"/>
                </a:solidFill>
                <a:uFill>
                  <a:solidFill>
                    <a:srgbClr val="2C3E70"/>
                  </a:solidFill>
                </a:uFill>
                <a:latin typeface="Calibri"/>
              </a:rPr>
              <a:t>Chart</a:t>
            </a:r>
            <a:endParaRPr lang="en-IN" sz="1900" b="0" strike="noStrike" spc="-1">
              <a:solidFill>
                <a:srgbClr val="000000"/>
              </a:solidFill>
              <a:latin typeface="Arial"/>
            </a:endParaRPr>
          </a:p>
        </p:txBody>
      </p:sp>
      <p:sp>
        <p:nvSpPr>
          <p:cNvPr id="102" name="object 15"/>
          <p:cNvSpPr/>
          <p:nvPr/>
        </p:nvSpPr>
        <p:spPr>
          <a:xfrm>
            <a:off x="7303320" y="12970800"/>
            <a:ext cx="6530760" cy="453600"/>
          </a:xfrm>
          <a:prstGeom prst="rect">
            <a:avLst/>
          </a:prstGeom>
          <a:noFill/>
          <a:ln w="0">
            <a:noFill/>
          </a:ln>
        </p:spPr>
        <p:style>
          <a:lnRef idx="0">
            <a:scrgbClr r="0" g="0" b="0"/>
          </a:lnRef>
          <a:fillRef idx="0">
            <a:scrgbClr r="0" g="0" b="0"/>
          </a:fillRef>
          <a:effectRef idx="0">
            <a:scrgbClr r="0" g="0" b="0"/>
          </a:effectRef>
          <a:fontRef idx="minor"/>
        </p:style>
        <p:txBody>
          <a:bodyPr lIns="0" tIns="164520" rIns="0" bIns="0" anchor="t">
            <a:spAutoFit/>
          </a:bodyPr>
          <a:lstStyle/>
          <a:p>
            <a:pPr marL="1800" algn="ctr">
              <a:lnSpc>
                <a:spcPct val="100000"/>
              </a:lnSpc>
              <a:spcBef>
                <a:spcPts val="1295"/>
              </a:spcBef>
            </a:pPr>
            <a:r>
              <a:rPr lang="en-IN" sz="1900" b="1" u="sng" strike="noStrike" spc="-12">
                <a:solidFill>
                  <a:srgbClr val="2C3E70"/>
                </a:solidFill>
                <a:uFill>
                  <a:solidFill>
                    <a:srgbClr val="2C3E70"/>
                  </a:solidFill>
                </a:uFill>
                <a:latin typeface="Calibri"/>
              </a:rPr>
              <a:t>Conclusion</a:t>
            </a:r>
            <a:endParaRPr lang="en-IN" sz="1900" b="0" strike="noStrike" spc="-1">
              <a:solidFill>
                <a:srgbClr val="000000"/>
              </a:solidFill>
              <a:latin typeface="Arial"/>
            </a:endParaRPr>
          </a:p>
        </p:txBody>
      </p:sp>
      <p:sp>
        <p:nvSpPr>
          <p:cNvPr id="103" name="object 18"/>
          <p:cNvSpPr/>
          <p:nvPr/>
        </p:nvSpPr>
        <p:spPr>
          <a:xfrm>
            <a:off x="7107840" y="2971800"/>
            <a:ext cx="360" cy="14603400"/>
          </a:xfrm>
          <a:custGeom>
            <a:avLst/>
            <a:gdLst>
              <a:gd name="textAreaLeft" fmla="*/ 0 w 360"/>
              <a:gd name="textAreaRight" fmla="*/ 720 w 360"/>
              <a:gd name="textAreaTop" fmla="*/ 0 h 14603400"/>
              <a:gd name="textAreaBottom" fmla="*/ 14603760 h 14603400"/>
            </a:gdLst>
            <a:ahLst/>
            <a:cxnLst/>
            <a:rect l="textAreaLeft" t="textAreaTop" r="textAreaRight" b="textAreaBottom"/>
            <a:pathLst>
              <a:path h="14603730">
                <a:moveTo>
                  <a:pt x="0" y="5110668"/>
                </a:moveTo>
                <a:lnTo>
                  <a:pt x="0" y="9544842"/>
                </a:lnTo>
              </a:path>
              <a:path h="14603730">
                <a:moveTo>
                  <a:pt x="0" y="10169799"/>
                </a:moveTo>
                <a:lnTo>
                  <a:pt x="0" y="14603257"/>
                </a:lnTo>
              </a:path>
              <a:path h="14603730">
                <a:moveTo>
                  <a:pt x="0" y="0"/>
                </a:moveTo>
                <a:lnTo>
                  <a:pt x="0" y="4434233"/>
                </a:lnTo>
              </a:path>
            </a:pathLst>
          </a:custGeom>
          <a:noFill/>
          <a:ln w="59650">
            <a:solidFill>
              <a:srgbClr val="D9D9D9"/>
            </a:solidFill>
            <a:round/>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endParaRPr lang="en-IN" sz="1800" b="0" strike="noStrike" spc="-1">
              <a:solidFill>
                <a:srgbClr val="000000"/>
              </a:solidFill>
              <a:latin typeface="Arial"/>
            </a:endParaRPr>
          </a:p>
        </p:txBody>
      </p:sp>
      <p:sp>
        <p:nvSpPr>
          <p:cNvPr id="104" name="object 21"/>
          <p:cNvSpPr/>
          <p:nvPr/>
        </p:nvSpPr>
        <p:spPr>
          <a:xfrm rot="10800000">
            <a:off x="370440" y="27282960"/>
            <a:ext cx="13559760" cy="665280"/>
          </a:xfrm>
          <a:prstGeom prst="rect">
            <a:avLst/>
          </a:prstGeom>
          <a:noFill/>
          <a:ln w="0">
            <a:noFill/>
          </a:ln>
        </p:spPr>
        <p:style>
          <a:lnRef idx="0">
            <a:scrgbClr r="0" g="0" b="0"/>
          </a:lnRef>
          <a:fillRef idx="0">
            <a:scrgbClr r="0" g="0" b="0"/>
          </a:fillRef>
          <a:effectRef idx="0">
            <a:scrgbClr r="0" g="0" b="0"/>
          </a:effectRef>
          <a:fontRef idx="minor"/>
        </p:style>
        <p:txBody>
          <a:bodyPr lIns="0" tIns="117000" rIns="0" bIns="0" anchor="t">
            <a:spAutoFit/>
          </a:bodyPr>
          <a:lstStyle/>
          <a:p>
            <a:pPr marL="12600">
              <a:lnSpc>
                <a:spcPct val="100000"/>
              </a:lnSpc>
              <a:spcBef>
                <a:spcPts val="918"/>
              </a:spcBef>
            </a:pPr>
            <a:r>
              <a:rPr lang="en-IN" sz="1800" b="1" u="sng" strike="noStrike" spc="-12">
                <a:solidFill>
                  <a:srgbClr val="2C3E70"/>
                </a:solidFill>
                <a:uFill>
                  <a:solidFill>
                    <a:srgbClr val="2C3E70"/>
                  </a:solidFill>
                </a:uFill>
                <a:latin typeface="Calibri"/>
              </a:rPr>
              <a:t>REFERENCES</a:t>
            </a:r>
            <a:endParaRPr lang="en-IN" sz="1800" b="0" strike="noStrike" spc="-1">
              <a:solidFill>
                <a:srgbClr val="000000"/>
              </a:solidFill>
              <a:latin typeface="Arial"/>
            </a:endParaRPr>
          </a:p>
          <a:p>
            <a:pPr marL="12600" algn="ctr">
              <a:lnSpc>
                <a:spcPct val="100000"/>
              </a:lnSpc>
            </a:pPr>
            <a:r>
              <a:rPr lang="en-IN" sz="1800" b="1" strike="noStrike" spc="-1">
                <a:solidFill>
                  <a:srgbClr val="2C3E70"/>
                </a:solidFill>
                <a:latin typeface="Calibri"/>
              </a:rPr>
              <a:t>©</a:t>
            </a:r>
            <a:r>
              <a:rPr lang="en-IN" sz="1800" b="1" strike="noStrike" spc="24">
                <a:solidFill>
                  <a:srgbClr val="2C3E70"/>
                </a:solidFill>
                <a:latin typeface="Calibri"/>
              </a:rPr>
              <a:t> </a:t>
            </a:r>
            <a:r>
              <a:rPr lang="en-IN" sz="1800" b="1" strike="noStrike" spc="-1">
                <a:solidFill>
                  <a:srgbClr val="2C3E70"/>
                </a:solidFill>
                <a:latin typeface="Calibri"/>
              </a:rPr>
              <a:t>Accellera</a:t>
            </a:r>
            <a:r>
              <a:rPr lang="en-IN" sz="1800" b="1" strike="noStrike" spc="38">
                <a:solidFill>
                  <a:srgbClr val="2C3E70"/>
                </a:solidFill>
                <a:latin typeface="Calibri"/>
              </a:rPr>
              <a:t> </a:t>
            </a:r>
            <a:r>
              <a:rPr lang="en-IN" sz="1800" b="1" strike="noStrike" spc="-1">
                <a:solidFill>
                  <a:srgbClr val="2C3E70"/>
                </a:solidFill>
                <a:latin typeface="Calibri"/>
              </a:rPr>
              <a:t>Systems</a:t>
            </a:r>
            <a:r>
              <a:rPr lang="en-IN" sz="1800" b="1" strike="noStrike" spc="9">
                <a:solidFill>
                  <a:srgbClr val="2C3E70"/>
                </a:solidFill>
                <a:latin typeface="Calibri"/>
              </a:rPr>
              <a:t> </a:t>
            </a:r>
            <a:r>
              <a:rPr lang="en-IN" sz="1800" b="1" strike="noStrike" spc="-12">
                <a:solidFill>
                  <a:srgbClr val="2C3E70"/>
                </a:solidFill>
                <a:latin typeface="Calibri"/>
              </a:rPr>
              <a:t>Initiative</a:t>
            </a:r>
            <a:endParaRPr lang="en-IN" sz="1800" b="0" strike="noStrike" spc="-1">
              <a:solidFill>
                <a:srgbClr val="000000"/>
              </a:solidFill>
              <a:latin typeface="Arial"/>
            </a:endParaRPr>
          </a:p>
        </p:txBody>
      </p:sp>
      <p:sp>
        <p:nvSpPr>
          <p:cNvPr id="105" name="object 22"/>
          <p:cNvSpPr/>
          <p:nvPr/>
        </p:nvSpPr>
        <p:spPr>
          <a:xfrm>
            <a:off x="7305840" y="2774160"/>
            <a:ext cx="6528240" cy="447840"/>
          </a:xfrm>
          <a:prstGeom prst="rect">
            <a:avLst/>
          </a:prstGeom>
          <a:noFill/>
          <a:ln w="0">
            <a:noFill/>
          </a:ln>
        </p:spPr>
        <p:style>
          <a:lnRef idx="0">
            <a:scrgbClr r="0" g="0" b="0"/>
          </a:lnRef>
          <a:fillRef idx="0">
            <a:scrgbClr r="0" g="0" b="0"/>
          </a:fillRef>
          <a:effectRef idx="0">
            <a:scrgbClr r="0" g="0" b="0"/>
          </a:effectRef>
          <a:fontRef idx="minor"/>
        </p:style>
        <p:txBody>
          <a:bodyPr lIns="0" tIns="158760" rIns="0" bIns="0" anchor="t">
            <a:spAutoFit/>
          </a:bodyPr>
          <a:lstStyle/>
          <a:p>
            <a:pPr marL="1800" algn="ctr">
              <a:lnSpc>
                <a:spcPct val="100000"/>
              </a:lnSpc>
              <a:spcBef>
                <a:spcPts val="1250"/>
              </a:spcBef>
            </a:pPr>
            <a:r>
              <a:rPr lang="en-IN" sz="1900" b="1" u="sng" strike="noStrike" spc="-12">
                <a:solidFill>
                  <a:srgbClr val="2C3E70"/>
                </a:solidFill>
                <a:uFill>
                  <a:solidFill>
                    <a:srgbClr val="2C3E70"/>
                  </a:solidFill>
                </a:uFill>
                <a:latin typeface="Calibri"/>
              </a:rPr>
              <a:t>Proposed</a:t>
            </a:r>
            <a:r>
              <a:rPr lang="en-IN" sz="1900" b="1" u="sng" strike="noStrike" spc="-80">
                <a:solidFill>
                  <a:srgbClr val="2C3E70"/>
                </a:solidFill>
                <a:uFill>
                  <a:solidFill>
                    <a:srgbClr val="2C3E70"/>
                  </a:solidFill>
                </a:uFill>
                <a:latin typeface="Calibri"/>
              </a:rPr>
              <a:t> </a:t>
            </a:r>
            <a:r>
              <a:rPr lang="en-IN" sz="1900" b="1" u="sng" strike="noStrike" spc="-12">
                <a:solidFill>
                  <a:srgbClr val="2C3E70"/>
                </a:solidFill>
                <a:uFill>
                  <a:solidFill>
                    <a:srgbClr val="2C3E70"/>
                  </a:solidFill>
                </a:uFill>
                <a:latin typeface="Calibri"/>
              </a:rPr>
              <a:t>Methodology/Advantages</a:t>
            </a:r>
            <a:endParaRPr lang="en-IN" sz="1900" b="0" strike="noStrike" spc="-1">
              <a:solidFill>
                <a:srgbClr val="000000"/>
              </a:solidFill>
              <a:latin typeface="Arial"/>
            </a:endParaRPr>
          </a:p>
        </p:txBody>
      </p:sp>
      <p:sp>
        <p:nvSpPr>
          <p:cNvPr id="106" name="object 28"/>
          <p:cNvSpPr/>
          <p:nvPr/>
        </p:nvSpPr>
        <p:spPr>
          <a:xfrm>
            <a:off x="661320" y="13085640"/>
            <a:ext cx="6263280" cy="549000"/>
          </a:xfrm>
          <a:prstGeom prst="rect">
            <a:avLst/>
          </a:prstGeom>
          <a:noFill/>
          <a:ln w="0">
            <a:noFill/>
          </a:ln>
        </p:spPr>
        <p:style>
          <a:lnRef idx="0">
            <a:scrgbClr r="0" g="0" b="0"/>
          </a:lnRef>
          <a:fillRef idx="0">
            <a:scrgbClr r="0" g="0" b="0"/>
          </a:fillRef>
          <a:effectRef idx="0">
            <a:scrgbClr r="0" g="0" b="0"/>
          </a:effectRef>
          <a:fontRef idx="minor"/>
        </p:style>
        <p:txBody>
          <a:bodyPr lIns="0" tIns="39240" rIns="0" bIns="0" anchor="t">
            <a:spAutoFit/>
          </a:bodyPr>
          <a:lstStyle/>
          <a:p>
            <a:pPr algn="ctr">
              <a:lnSpc>
                <a:spcPct val="100000"/>
              </a:lnSpc>
              <a:spcBef>
                <a:spcPts val="309"/>
              </a:spcBef>
            </a:pPr>
            <a:r>
              <a:rPr lang="en-IN" sz="1900" b="1" u="sng" strike="noStrike" spc="-12">
                <a:solidFill>
                  <a:srgbClr val="2C3E70"/>
                </a:solidFill>
                <a:uFill>
                  <a:solidFill>
                    <a:srgbClr val="2C3E70"/>
                  </a:solidFill>
                </a:uFill>
                <a:latin typeface="Calibri"/>
              </a:rPr>
              <a:t>Results</a:t>
            </a:r>
            <a:r>
              <a:rPr lang="en-IN" sz="1900" b="1" u="sng" strike="noStrike" spc="-92">
                <a:solidFill>
                  <a:srgbClr val="2C3E70"/>
                </a:solidFill>
                <a:uFill>
                  <a:solidFill>
                    <a:srgbClr val="2C3E70"/>
                  </a:solidFill>
                </a:uFill>
                <a:latin typeface="Calibri"/>
              </a:rPr>
              <a:t> </a:t>
            </a:r>
            <a:r>
              <a:rPr lang="en-IN" sz="1900" b="1" u="sng" strike="noStrike" spc="-21">
                <a:solidFill>
                  <a:srgbClr val="2C3E70"/>
                </a:solidFill>
                <a:uFill>
                  <a:solidFill>
                    <a:srgbClr val="2C3E70"/>
                  </a:solidFill>
                </a:uFill>
                <a:latin typeface="Calibri"/>
              </a:rPr>
              <a:t>Table</a:t>
            </a:r>
            <a:endParaRPr lang="en-IN" sz="1900" b="0" strike="noStrike" spc="-1">
              <a:solidFill>
                <a:srgbClr val="000000"/>
              </a:solidFill>
              <a:latin typeface="Arial"/>
            </a:endParaRPr>
          </a:p>
          <a:p>
            <a:pPr marL="12600">
              <a:lnSpc>
                <a:spcPct val="100000"/>
              </a:lnSpc>
              <a:spcBef>
                <a:spcPts val="170"/>
              </a:spcBef>
            </a:pPr>
            <a:endParaRPr lang="en-IN" sz="1300" b="0" strike="noStrike" spc="-1">
              <a:solidFill>
                <a:srgbClr val="000000"/>
              </a:solidFill>
              <a:latin typeface="Arial"/>
            </a:endParaRPr>
          </a:p>
        </p:txBody>
      </p:sp>
      <p:sp>
        <p:nvSpPr>
          <p:cNvPr id="108" name="Rectangle 2"/>
          <p:cNvSpPr/>
          <p:nvPr/>
        </p:nvSpPr>
        <p:spPr>
          <a:xfrm>
            <a:off x="4857631" y="1567732"/>
            <a:ext cx="9600840" cy="584775"/>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defTabSz="914400">
              <a:lnSpc>
                <a:spcPct val="100000"/>
              </a:lnSpc>
              <a:tabLst>
                <a:tab pos="0" algn="l"/>
              </a:tabLst>
            </a:pPr>
            <a:r>
              <a:rPr lang="en-US" sz="1600" b="0" strike="noStrike" spc="-1" dirty="0" err="1">
                <a:solidFill>
                  <a:schemeClr val="dk1"/>
                </a:solidFill>
                <a:latin typeface="Arial"/>
              </a:rPr>
              <a:t>Vootkur</a:t>
            </a:r>
            <a:r>
              <a:rPr lang="en-US" sz="1600" b="0" strike="noStrike" spc="-1" dirty="0">
                <a:solidFill>
                  <a:schemeClr val="dk1"/>
                </a:solidFill>
                <a:latin typeface="Arial"/>
              </a:rPr>
              <a:t> Rahul Reddy (</a:t>
            </a:r>
            <a:r>
              <a:rPr lang="en-US" sz="1600" b="0" strike="noStrike" spc="-1" dirty="0">
                <a:solidFill>
                  <a:schemeClr val="dk1"/>
                </a:solidFill>
                <a:latin typeface="Arial"/>
                <a:hlinkClick r:id="rId2"/>
              </a:rPr>
              <a:t>24B1A7733@cvr.ac.in</a:t>
            </a:r>
            <a:r>
              <a:rPr lang="en-US" sz="1600" b="0" strike="noStrike" spc="-1" dirty="0">
                <a:solidFill>
                  <a:schemeClr val="dk1"/>
                </a:solidFill>
                <a:latin typeface="Arial"/>
              </a:rPr>
              <a:t>)</a:t>
            </a:r>
            <a:endParaRPr lang="en-IN" sz="1600" b="0" strike="noStrike" spc="-1" dirty="0">
              <a:solidFill>
                <a:srgbClr val="000000"/>
              </a:solidFill>
              <a:latin typeface="Arial"/>
            </a:endParaRPr>
          </a:p>
          <a:p>
            <a:pPr>
              <a:tabLst>
                <a:tab pos="0" algn="l"/>
              </a:tabLst>
            </a:pPr>
            <a:r>
              <a:rPr lang="en-US" sz="1600" b="0" strike="noStrike" spc="-1" dirty="0">
                <a:solidFill>
                  <a:schemeClr val="dk1"/>
                </a:solidFill>
                <a:latin typeface="Arial"/>
              </a:rPr>
              <a:t>Silpa Kesav </a:t>
            </a:r>
            <a:r>
              <a:rPr lang="en-US" sz="1600" b="0" strike="noStrike" spc="-1" dirty="0" err="1">
                <a:solidFill>
                  <a:schemeClr val="dk1"/>
                </a:solidFill>
                <a:latin typeface="Arial"/>
              </a:rPr>
              <a:t>Velagaleti</a:t>
            </a:r>
            <a:r>
              <a:rPr lang="en-US" sz="1600" b="0" strike="noStrike" spc="-1">
                <a:solidFill>
                  <a:schemeClr val="dk1"/>
                </a:solidFill>
                <a:latin typeface="Arial"/>
              </a:rPr>
              <a:t> (</a:t>
            </a:r>
            <a:r>
              <a:rPr lang="en-US" sz="1600" b="0" strike="noStrike" spc="-1" dirty="0">
                <a:solidFill>
                  <a:schemeClr val="dk1"/>
                </a:solidFill>
                <a:latin typeface="Arial"/>
              </a:rPr>
              <a:t>shilpakesav@gmail.com)</a:t>
            </a:r>
            <a:endParaRPr lang="en-IN" sz="1600" b="0" strike="noStrike" spc="-1" dirty="0">
              <a:solidFill>
                <a:srgbClr val="000000"/>
              </a:solidFill>
              <a:latin typeface="Arial"/>
            </a:endParaRPr>
          </a:p>
        </p:txBody>
      </p:sp>
      <p:sp>
        <p:nvSpPr>
          <p:cNvPr id="109" name="TextBox 35"/>
          <p:cNvSpPr/>
          <p:nvPr/>
        </p:nvSpPr>
        <p:spPr>
          <a:xfrm>
            <a:off x="533880" y="9903960"/>
            <a:ext cx="653436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Arial"/>
            </a:endParaRPr>
          </a:p>
        </p:txBody>
      </p:sp>
      <p:sp>
        <p:nvSpPr>
          <p:cNvPr id="111" name="Rectangle 12"/>
          <p:cNvSpPr/>
          <p:nvPr/>
        </p:nvSpPr>
        <p:spPr>
          <a:xfrm>
            <a:off x="4064040" y="4372200"/>
            <a:ext cx="2575080" cy="5900400"/>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a:lnSpc>
                <a:spcPct val="100000"/>
              </a:lnSpc>
            </a:pPr>
            <a:endParaRPr lang="en-US" sz="1800" b="0" strike="noStrike" spc="-1">
              <a:solidFill>
                <a:srgbClr val="000000"/>
              </a:solidFill>
              <a:latin typeface="Arial"/>
            </a:endParaRPr>
          </a:p>
        </p:txBody>
      </p:sp>
      <p:sp>
        <p:nvSpPr>
          <p:cNvPr id="112" name="Rectangle 16"/>
          <p:cNvSpPr/>
          <p:nvPr/>
        </p:nvSpPr>
        <p:spPr>
          <a:xfrm>
            <a:off x="7369354" y="13562280"/>
            <a:ext cx="6347160" cy="3970318"/>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algn="just"/>
            <a:r>
              <a:rPr lang="en-US" dirty="0"/>
              <a:t>This work presents an efficient EEG-based seizure detection system using a Spiking Neural Network (SNN) optimized for hardware implementation. By employing spike-based encoding and Leaky Integrate-and-Fire (LIF) neurons, the design achieves high computational efficiency with reduced power consumption.</a:t>
            </a:r>
          </a:p>
          <a:p>
            <a:pPr algn="just"/>
            <a:r>
              <a:rPr lang="en-US" dirty="0"/>
              <a:t>The proposed architecture, implemented in Verilog HDL, demonstrates reliable real-time performance through a pipelined FSM-based design and firing rate–based decision mechanism. Functional verification confirms that the hardware results closely match the software reference model, ensuring correctness.</a:t>
            </a:r>
          </a:p>
          <a:p>
            <a:pPr algn="just"/>
            <a:r>
              <a:rPr lang="en-US" dirty="0"/>
              <a:t>Overall, the system achieves high detection accuracy with low false alarm rates, making it suitable for low-power wearable healthcare applications. The design highlights the potential of SNNs for neuromorphic and edge AI systems.</a:t>
            </a:r>
          </a:p>
        </p:txBody>
      </p:sp>
      <p:sp>
        <p:nvSpPr>
          <p:cNvPr id="113" name="Rectangle 18"/>
          <p:cNvSpPr/>
          <p:nvPr/>
        </p:nvSpPr>
        <p:spPr>
          <a:xfrm rot="10800000" flipV="1">
            <a:off x="360000" y="18386861"/>
            <a:ext cx="13165868" cy="1046440"/>
          </a:xfrm>
          <a:prstGeom prst="rect">
            <a:avLst/>
          </a:prstGeom>
          <a:noFill/>
          <a:ln w="0">
            <a:noFill/>
          </a:ln>
        </p:spPr>
        <p:style>
          <a:lnRef idx="0">
            <a:scrgbClr r="0" g="0" b="0"/>
          </a:lnRef>
          <a:fillRef idx="0">
            <a:scrgbClr r="0" g="0" b="0"/>
          </a:fillRef>
          <a:effectRef idx="0">
            <a:scrgbClr r="0" g="0" b="0"/>
          </a:effectRef>
          <a:fontRef idx="minor"/>
        </p:style>
        <p:txBody>
          <a:bodyPr wrap="square" numCol="1" spcCol="0" anchor="ctr">
            <a:spAutoFit/>
          </a:bodyPr>
          <a:lstStyle/>
          <a:p>
            <a:pPr defTabSz="914400">
              <a:lnSpc>
                <a:spcPct val="100000"/>
              </a:lnSpc>
              <a:tabLst>
                <a:tab pos="0" algn="l"/>
              </a:tabLst>
            </a:pPr>
            <a:r>
              <a:rPr lang="en-US" sz="1600" b="0" strike="noStrike" spc="-1" dirty="0">
                <a:solidFill>
                  <a:schemeClr val="dk1"/>
                </a:solidFill>
                <a:latin typeface="Arial"/>
              </a:rPr>
              <a:t>References;-</a:t>
            </a:r>
            <a:endParaRPr lang="en-IN" sz="1600" b="0" strike="noStrike" spc="-1" dirty="0">
              <a:solidFill>
                <a:srgbClr val="000000"/>
              </a:solidFill>
              <a:latin typeface="Arial"/>
            </a:endParaRPr>
          </a:p>
          <a:p>
            <a:pPr>
              <a:tabLst>
                <a:tab pos="0" algn="l"/>
              </a:tabLst>
            </a:pPr>
            <a:r>
              <a:rPr lang="en-IN" sz="1600" dirty="0"/>
              <a:t>[1] S. M. Bohte, J. N. Kok, and H. La </a:t>
            </a:r>
            <a:r>
              <a:rPr lang="en-IN" sz="1600" dirty="0" err="1"/>
              <a:t>Poutré</a:t>
            </a:r>
            <a:r>
              <a:rPr lang="en-IN" sz="1600" dirty="0"/>
              <a:t>, </a:t>
            </a:r>
          </a:p>
          <a:p>
            <a:pPr>
              <a:tabLst>
                <a:tab pos="0" algn="l"/>
              </a:tabLst>
            </a:pPr>
            <a:r>
              <a:rPr lang="en-IN" sz="1600" dirty="0"/>
              <a:t>[2] A. Rahimi, A. </a:t>
            </a:r>
            <a:r>
              <a:rPr lang="en-IN" sz="1600" dirty="0" err="1"/>
              <a:t>Tchouprina</a:t>
            </a:r>
            <a:r>
              <a:rPr lang="en-IN" sz="1600" dirty="0"/>
              <a:t>, P. </a:t>
            </a:r>
            <a:r>
              <a:rPr lang="en-IN" sz="1600" dirty="0" err="1"/>
              <a:t>Whatmough</a:t>
            </a:r>
            <a:r>
              <a:rPr lang="en-IN" sz="1600" dirty="0"/>
              <a:t> et al., </a:t>
            </a:r>
          </a:p>
          <a:p>
            <a:pPr defTabSz="914400">
              <a:lnSpc>
                <a:spcPct val="100000"/>
              </a:lnSpc>
              <a:tabLst>
                <a:tab pos="0" algn="l"/>
              </a:tabLst>
            </a:pPr>
            <a:endParaRPr lang="en-IN" sz="1400" b="0" strike="noStrike" spc="-1" dirty="0">
              <a:solidFill>
                <a:srgbClr val="000000"/>
              </a:solidFill>
              <a:latin typeface="Arial"/>
            </a:endParaRPr>
          </a:p>
        </p:txBody>
      </p:sp>
      <p:pic>
        <p:nvPicPr>
          <p:cNvPr id="123" name="Picture 122"/>
          <p:cNvPicPr/>
          <p:nvPr/>
        </p:nvPicPr>
        <p:blipFill>
          <a:blip r:embed="rId3"/>
          <a:stretch/>
        </p:blipFill>
        <p:spPr>
          <a:xfrm>
            <a:off x="720000" y="15300000"/>
            <a:ext cx="1990440" cy="1980000"/>
          </a:xfrm>
          <a:prstGeom prst="rect">
            <a:avLst/>
          </a:prstGeom>
          <a:ln w="0">
            <a:noFill/>
          </a:ln>
        </p:spPr>
      </p:pic>
      <p:sp>
        <p:nvSpPr>
          <p:cNvPr id="125" name="TextBox 124"/>
          <p:cNvSpPr txBox="1"/>
          <p:nvPr/>
        </p:nvSpPr>
        <p:spPr>
          <a:xfrm>
            <a:off x="540000" y="14940000"/>
            <a:ext cx="3240000" cy="602280"/>
          </a:xfrm>
          <a:prstGeom prst="rect">
            <a:avLst/>
          </a:prstGeom>
          <a:noFill/>
          <a:ln w="0">
            <a:noFill/>
          </a:ln>
        </p:spPr>
        <p:txBody>
          <a:bodyPr lIns="90000" tIns="45000" rIns="90000" bIns="45000" anchor="t">
            <a:noAutofit/>
          </a:bodyPr>
          <a:lstStyle/>
          <a:p>
            <a:r>
              <a:rPr lang="en-IN" sz="1800" b="0" strike="noStrike" spc="-1">
                <a:solidFill>
                  <a:srgbClr val="000000"/>
                </a:solidFill>
                <a:latin typeface="Arial"/>
              </a:rPr>
              <a:t>RTL Simulation Waveform</a:t>
            </a:r>
          </a:p>
        </p:txBody>
      </p:sp>
      <p:sp>
        <p:nvSpPr>
          <p:cNvPr id="126" name="TextBox 125"/>
          <p:cNvSpPr txBox="1"/>
          <p:nvPr/>
        </p:nvSpPr>
        <p:spPr>
          <a:xfrm>
            <a:off x="540000" y="14940360"/>
            <a:ext cx="3240000" cy="602280"/>
          </a:xfrm>
          <a:prstGeom prst="rect">
            <a:avLst/>
          </a:prstGeom>
          <a:noFill/>
          <a:ln w="0">
            <a:noFill/>
          </a:ln>
        </p:spPr>
        <p:txBody>
          <a:bodyPr lIns="90000" tIns="45000" rIns="90000" bIns="45000" anchor="t">
            <a:noAutofit/>
          </a:bodyPr>
          <a:lstStyle/>
          <a:p>
            <a:r>
              <a:rPr lang="en-IN" sz="1800" b="0" strike="noStrike" spc="-1">
                <a:solidFill>
                  <a:srgbClr val="000000"/>
                </a:solidFill>
                <a:latin typeface="Arial"/>
              </a:rPr>
              <a:t>RTL Simulation Waveform</a:t>
            </a:r>
          </a:p>
        </p:txBody>
      </p:sp>
      <p:sp>
        <p:nvSpPr>
          <p:cNvPr id="127" name="TextBox 126"/>
          <p:cNvSpPr txBox="1"/>
          <p:nvPr/>
        </p:nvSpPr>
        <p:spPr>
          <a:xfrm>
            <a:off x="4320000" y="14929200"/>
            <a:ext cx="3240000" cy="602280"/>
          </a:xfrm>
          <a:prstGeom prst="rect">
            <a:avLst/>
          </a:prstGeom>
          <a:noFill/>
          <a:ln w="0">
            <a:noFill/>
          </a:ln>
        </p:spPr>
        <p:txBody>
          <a:bodyPr lIns="90000" tIns="45000" rIns="90000" bIns="45000" anchor="t">
            <a:noAutofit/>
          </a:bodyPr>
          <a:lstStyle/>
          <a:p>
            <a:r>
              <a:rPr lang="en-IN" sz="1800" b="0" strike="noStrike" spc="-1">
                <a:solidFill>
                  <a:srgbClr val="000000"/>
                </a:solidFill>
                <a:latin typeface="Arial"/>
              </a:rPr>
              <a:t>RTL Schematic</a:t>
            </a:r>
          </a:p>
        </p:txBody>
      </p:sp>
      <p:sp>
        <p:nvSpPr>
          <p:cNvPr id="128" name="TextBox 127"/>
          <p:cNvSpPr txBox="1"/>
          <p:nvPr/>
        </p:nvSpPr>
        <p:spPr>
          <a:xfrm>
            <a:off x="720000" y="17280000"/>
            <a:ext cx="3240000" cy="602280"/>
          </a:xfrm>
          <a:prstGeom prst="rect">
            <a:avLst/>
          </a:prstGeom>
          <a:noFill/>
          <a:ln w="0">
            <a:noFill/>
          </a:ln>
        </p:spPr>
        <p:txBody>
          <a:bodyPr lIns="90000" tIns="45000" rIns="90000" bIns="45000" anchor="t">
            <a:noAutofit/>
          </a:bodyPr>
          <a:lstStyle/>
          <a:p>
            <a:r>
              <a:rPr lang="en-IN" sz="1800" b="0" strike="noStrike" spc="-1">
                <a:solidFill>
                  <a:srgbClr val="000000"/>
                </a:solidFill>
                <a:latin typeface="Arial"/>
              </a:rPr>
              <a:t>Final GDS Layout</a:t>
            </a:r>
          </a:p>
        </p:txBody>
      </p:sp>
      <p:sp>
        <p:nvSpPr>
          <p:cNvPr id="129" name="TextBox 128"/>
          <p:cNvSpPr txBox="1"/>
          <p:nvPr/>
        </p:nvSpPr>
        <p:spPr>
          <a:xfrm>
            <a:off x="4304689" y="17297859"/>
            <a:ext cx="3240000" cy="602280"/>
          </a:xfrm>
          <a:prstGeom prst="rect">
            <a:avLst/>
          </a:prstGeom>
          <a:noFill/>
          <a:ln w="0">
            <a:noFill/>
          </a:ln>
        </p:spPr>
        <p:txBody>
          <a:bodyPr lIns="90000" tIns="45000" rIns="90000" bIns="45000" anchor="t">
            <a:noAutofit/>
          </a:bodyPr>
          <a:lstStyle/>
          <a:p>
            <a:r>
              <a:rPr lang="en-IN" sz="1800" b="0" strike="noStrike" spc="-1" dirty="0">
                <a:solidFill>
                  <a:srgbClr val="000000"/>
                </a:solidFill>
                <a:latin typeface="Arial"/>
              </a:rPr>
              <a:t>PPA Table</a:t>
            </a:r>
          </a:p>
        </p:txBody>
      </p:sp>
      <p:sp>
        <p:nvSpPr>
          <p:cNvPr id="8" name="TextBox 7">
            <a:extLst>
              <a:ext uri="{FF2B5EF4-FFF2-40B4-BE49-F238E27FC236}">
                <a16:creationId xmlns:a16="http://schemas.microsoft.com/office/drawing/2014/main" id="{48753A7A-9A86-E29E-9826-4F78734CF500}"/>
              </a:ext>
            </a:extLst>
          </p:cNvPr>
          <p:cNvSpPr txBox="1"/>
          <p:nvPr/>
        </p:nvSpPr>
        <p:spPr>
          <a:xfrm>
            <a:off x="3304527" y="651123"/>
            <a:ext cx="7430946" cy="830997"/>
          </a:xfrm>
          <a:prstGeom prst="rect">
            <a:avLst/>
          </a:prstGeom>
          <a:noFill/>
        </p:spPr>
        <p:txBody>
          <a:bodyPr wrap="square">
            <a:spAutoFit/>
          </a:bodyPr>
          <a:lstStyle/>
          <a:p>
            <a:pPr algn="ctr"/>
            <a:r>
              <a:rPr lang="en-IN" sz="2400" dirty="0"/>
              <a:t>Wearable Epilepsy Seizure Detection With Spiking Neural Networks</a:t>
            </a:r>
          </a:p>
        </p:txBody>
      </p:sp>
      <p:sp>
        <p:nvSpPr>
          <p:cNvPr id="10" name="TextBox 9">
            <a:extLst>
              <a:ext uri="{FF2B5EF4-FFF2-40B4-BE49-F238E27FC236}">
                <a16:creationId xmlns:a16="http://schemas.microsoft.com/office/drawing/2014/main" id="{1575C3F4-429E-CE9D-CDD5-02FAC4D44106}"/>
              </a:ext>
            </a:extLst>
          </p:cNvPr>
          <p:cNvSpPr txBox="1"/>
          <p:nvPr/>
        </p:nvSpPr>
        <p:spPr>
          <a:xfrm>
            <a:off x="646291" y="3592384"/>
            <a:ext cx="6309538" cy="3693319"/>
          </a:xfrm>
          <a:prstGeom prst="rect">
            <a:avLst/>
          </a:prstGeom>
          <a:noFill/>
        </p:spPr>
        <p:txBody>
          <a:bodyPr wrap="square" rtlCol="0">
            <a:spAutoFit/>
          </a:bodyPr>
          <a:lstStyle/>
          <a:p>
            <a:pPr algn="just"/>
            <a:r>
              <a:rPr lang="en-US" dirty="0"/>
              <a:t>Epilepsy affects approximately 50 million people worldwide, causing sudden seizures that disrupt brain activity and pose significant safety risks. While EEG remains the gold standard for diagnosis, manual analysis by experts is time-consuming. Recent advancements in AI, particularly neuromorphic computing and SNNs, offer energy-efficient alternatives for long-term monitoring. SNNs are uniquely suited for this task as they model the brain’s time-dependent evolution and replace complex multiplications with simple additions through binary encoding. This research aims to address the limitations of existing wearable solutions—specifically high channel counts (which cause social stigma) and high false alarm rates—by proposing a 4-channel, hardware-optimized SNN solution.</a:t>
            </a:r>
            <a:endParaRPr lang="en-IN" dirty="0"/>
          </a:p>
        </p:txBody>
      </p:sp>
      <p:sp>
        <p:nvSpPr>
          <p:cNvPr id="11" name="TextBox 10">
            <a:extLst>
              <a:ext uri="{FF2B5EF4-FFF2-40B4-BE49-F238E27FC236}">
                <a16:creationId xmlns:a16="http://schemas.microsoft.com/office/drawing/2014/main" id="{F77DB8A3-757C-7BD8-9B72-EAA2E7644028}"/>
              </a:ext>
            </a:extLst>
          </p:cNvPr>
          <p:cNvSpPr txBox="1"/>
          <p:nvPr/>
        </p:nvSpPr>
        <p:spPr>
          <a:xfrm>
            <a:off x="7560000" y="3642387"/>
            <a:ext cx="5965868" cy="3416320"/>
          </a:xfrm>
          <a:prstGeom prst="rect">
            <a:avLst/>
          </a:prstGeom>
          <a:noFill/>
        </p:spPr>
        <p:txBody>
          <a:bodyPr wrap="square" rtlCol="0">
            <a:spAutoFit/>
          </a:bodyPr>
          <a:lstStyle/>
          <a:p>
            <a:pPr algn="just"/>
            <a:r>
              <a:rPr lang="en-IN" dirty="0"/>
              <a:t>4-channel EEG signals are encoded into 64-bit spike vectors using amplitude binning. A two-layer SNN (64 → 8 → 1 LIF neurons) performs classification using fixed-point weights. Neurons follow Leaky Integrate-and-Fire (LIF) dynamics with threshold-based spiking. Output spikes are processed by a firing rate decoder to generate seizure alerts. Entire system is controlled by an FSM pipeline (Encode → L1 → L2 → Decode) for real-time inference. Verified using a testbench with real EEG dataset inputs (.mem files). Functional accuracy confirmed through matching predictions with ground-truth labels. </a:t>
            </a:r>
          </a:p>
          <a:p>
            <a:pPr algn="just"/>
            <a:endParaRPr lang="en-IN" dirty="0"/>
          </a:p>
        </p:txBody>
      </p:sp>
      <p:pic>
        <p:nvPicPr>
          <p:cNvPr id="13" name="Picture 12">
            <a:extLst>
              <a:ext uri="{FF2B5EF4-FFF2-40B4-BE49-F238E27FC236}">
                <a16:creationId xmlns:a16="http://schemas.microsoft.com/office/drawing/2014/main" id="{E81097F6-8C1B-37A7-16AA-BAC8CA884A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7060" y="8653680"/>
            <a:ext cx="5722620" cy="3810000"/>
          </a:xfrm>
          <a:prstGeom prst="rect">
            <a:avLst/>
          </a:prstGeom>
          <a:noFill/>
          <a:ln>
            <a:noFill/>
          </a:ln>
        </p:spPr>
      </p:pic>
      <p:pic>
        <p:nvPicPr>
          <p:cNvPr id="16" name="Picture 15">
            <a:extLst>
              <a:ext uri="{FF2B5EF4-FFF2-40B4-BE49-F238E27FC236}">
                <a16:creationId xmlns:a16="http://schemas.microsoft.com/office/drawing/2014/main" id="{6F5F9F5F-0570-C851-8C9E-265332F6E477}"/>
              </a:ext>
            </a:extLst>
          </p:cNvPr>
          <p:cNvPicPr>
            <a:picLocks noChangeAspect="1"/>
          </p:cNvPicPr>
          <p:nvPr/>
        </p:nvPicPr>
        <p:blipFill>
          <a:blip r:embed="rId5"/>
          <a:stretch>
            <a:fillRect/>
          </a:stretch>
        </p:blipFill>
        <p:spPr>
          <a:xfrm>
            <a:off x="588747" y="13579395"/>
            <a:ext cx="2739453" cy="1379652"/>
          </a:xfrm>
          <a:prstGeom prst="rect">
            <a:avLst/>
          </a:prstGeom>
        </p:spPr>
      </p:pic>
      <p:pic>
        <p:nvPicPr>
          <p:cNvPr id="18" name="Picture 17">
            <a:extLst>
              <a:ext uri="{FF2B5EF4-FFF2-40B4-BE49-F238E27FC236}">
                <a16:creationId xmlns:a16="http://schemas.microsoft.com/office/drawing/2014/main" id="{8E3B1CCF-919E-AA3D-9814-E661735BA264}"/>
              </a:ext>
            </a:extLst>
          </p:cNvPr>
          <p:cNvPicPr>
            <a:picLocks noChangeAspect="1"/>
          </p:cNvPicPr>
          <p:nvPr/>
        </p:nvPicPr>
        <p:blipFill>
          <a:blip r:embed="rId6"/>
          <a:stretch>
            <a:fillRect/>
          </a:stretch>
        </p:blipFill>
        <p:spPr>
          <a:xfrm>
            <a:off x="3735000" y="13579395"/>
            <a:ext cx="2921040" cy="1379652"/>
          </a:xfrm>
          <a:prstGeom prst="rect">
            <a:avLst/>
          </a:prstGeom>
        </p:spPr>
      </p:pic>
      <p:pic>
        <p:nvPicPr>
          <p:cNvPr id="20" name="Picture 19">
            <a:extLst>
              <a:ext uri="{FF2B5EF4-FFF2-40B4-BE49-F238E27FC236}">
                <a16:creationId xmlns:a16="http://schemas.microsoft.com/office/drawing/2014/main" id="{28CE471A-AE17-02C1-C720-846B95A29C5A}"/>
              </a:ext>
            </a:extLst>
          </p:cNvPr>
          <p:cNvPicPr>
            <a:picLocks noChangeAspect="1"/>
          </p:cNvPicPr>
          <p:nvPr/>
        </p:nvPicPr>
        <p:blipFill>
          <a:blip r:embed="rId7"/>
          <a:stretch>
            <a:fillRect/>
          </a:stretch>
        </p:blipFill>
        <p:spPr>
          <a:xfrm>
            <a:off x="3485552" y="15307901"/>
            <a:ext cx="3240000" cy="2022039"/>
          </a:xfrm>
          <a:prstGeom prst="rect">
            <a:avLst/>
          </a:prstGeom>
        </p:spPr>
      </p:pic>
      <p:sp>
        <p:nvSpPr>
          <p:cNvPr id="24" name="TextBox 23">
            <a:extLst>
              <a:ext uri="{FF2B5EF4-FFF2-40B4-BE49-F238E27FC236}">
                <a16:creationId xmlns:a16="http://schemas.microsoft.com/office/drawing/2014/main" id="{3D58A23F-01C5-645B-2195-95DBAE9097DC}"/>
              </a:ext>
            </a:extLst>
          </p:cNvPr>
          <p:cNvSpPr txBox="1"/>
          <p:nvPr/>
        </p:nvSpPr>
        <p:spPr>
          <a:xfrm>
            <a:off x="7416360" y="8700217"/>
            <a:ext cx="5965868" cy="3416320"/>
          </a:xfrm>
          <a:prstGeom prst="rect">
            <a:avLst/>
          </a:prstGeom>
          <a:noFill/>
        </p:spPr>
        <p:txBody>
          <a:bodyPr wrap="square" rtlCol="0">
            <a:spAutoFit/>
          </a:bodyPr>
          <a:lstStyle/>
          <a:p>
            <a:pPr marL="285750" indent="-285750" algn="just">
              <a:buFont typeface="Arial" panose="020B0604020202020204" pitchFamily="34" charset="0"/>
              <a:buChar char="•"/>
            </a:pPr>
            <a:r>
              <a:rPr lang="en-IN" dirty="0"/>
              <a:t>4-channel EEG signals are normalized and encoded into   64-bit spike vectors. </a:t>
            </a:r>
          </a:p>
          <a:p>
            <a:pPr marL="285750" indent="-285750" algn="just">
              <a:buFont typeface="Arial" panose="020B0604020202020204" pitchFamily="34" charset="0"/>
              <a:buChar char="•"/>
            </a:pPr>
            <a:r>
              <a:rPr lang="en-IN" dirty="0"/>
              <a:t> A two-layer SNN (64 → 8 → 1) using LIF neurons performs classification. </a:t>
            </a:r>
          </a:p>
          <a:p>
            <a:pPr marL="285750" indent="-285750" algn="just">
              <a:buFont typeface="Arial" panose="020B0604020202020204" pitchFamily="34" charset="0"/>
              <a:buChar char="•"/>
            </a:pPr>
            <a:r>
              <a:rPr lang="en-IN" dirty="0"/>
              <a:t>Implemented in Verilog HDL with fixed-point arithmetic for FPGA efficiency. </a:t>
            </a:r>
          </a:p>
          <a:p>
            <a:pPr marL="285750" indent="-285750" algn="just">
              <a:buFont typeface="Arial" panose="020B0604020202020204" pitchFamily="34" charset="0"/>
              <a:buChar char="•"/>
            </a:pPr>
            <a:r>
              <a:rPr lang="en-IN" dirty="0"/>
              <a:t>Controlled by an FSM-based pipeline (Encode → L1 → L2 → Decode). </a:t>
            </a:r>
          </a:p>
          <a:p>
            <a:pPr marL="285750" indent="-285750" algn="just">
              <a:buFont typeface="Arial" panose="020B0604020202020204" pitchFamily="34" charset="0"/>
              <a:buChar char="•"/>
            </a:pPr>
            <a:r>
              <a:rPr lang="en-IN" dirty="0"/>
              <a:t>Firing rate + threshold logic used for seizure detection output. </a:t>
            </a:r>
          </a:p>
          <a:p>
            <a:pPr marL="285750" indent="-285750" algn="just">
              <a:buFont typeface="Arial" panose="020B0604020202020204" pitchFamily="34" charset="0"/>
              <a:buChar char="•"/>
            </a:pPr>
            <a:r>
              <a:rPr lang="en-IN" dirty="0"/>
              <a:t>Verified using testbench simulations with real EEG dataset (.mem files).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E5B6E"/>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E5B6E"/>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E5B6E"/>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E5B6E"/>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E5B6E"/>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TotalTime>
  <Words>528</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vt:i4>
      </vt:variant>
    </vt:vector>
  </HeadingPairs>
  <TitlesOfParts>
    <vt:vector size="11" baseType="lpstr">
      <vt:lpstr>Arial</vt:lpstr>
      <vt:lpstr>Calibri</vt:lpstr>
      <vt:lpstr>Symbol</vt:lpstr>
      <vt:lpstr>Times New Roman</vt:lpstr>
      <vt:lpstr>Wingdings</vt:lpstr>
      <vt:lpstr>Office Theme</vt:lpstr>
      <vt:lpstr>Office Theme</vt:lpstr>
      <vt:lpstr>Office Theme</vt:lpstr>
      <vt:lpstr>Office Theme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dc:description/>
  <cp:lastModifiedBy>VOOTKUR RAHUL REDDY</cp:lastModifiedBy>
  <cp:revision>5</cp:revision>
  <dcterms:created xsi:type="dcterms:W3CDTF">2026-04-30T13:24:49Z</dcterms:created>
  <dcterms:modified xsi:type="dcterms:W3CDTF">2026-04-30T14:57:11Z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2026-04-30T00:00:00Z</vt:filetime>
  </property>
  <property fmtid="{D5CDD505-2E9C-101B-9397-08002B2CF9AE}" pid="4" name="LastSaved">
    <vt:filetime>2026-04-30T00:00:00Z</vt:filetime>
  </property>
  <property fmtid="{D5CDD505-2E9C-101B-9397-08002B2CF9AE}" pid="5" name="PresentationFormat">
    <vt:lpwstr>Custom</vt:lpwstr>
  </property>
  <property fmtid="{D5CDD505-2E9C-101B-9397-08002B2CF9AE}" pid="6" name="Slides">
    <vt:i4>1</vt:i4>
  </property>
</Properties>
</file>